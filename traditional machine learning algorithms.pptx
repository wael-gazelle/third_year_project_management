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4" r:id="rId7"/>
    <p:sldId id="266" r:id="rId8"/>
    <p:sldId id="267" r:id="rId9"/>
    <p:sldId id="268" r:id="rId10"/>
    <p:sldId id="265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17" autoAdjust="0"/>
    <p:restoredTop sz="94660"/>
  </p:normalViewPr>
  <p:slideViewPr>
    <p:cSldViewPr snapToGrid="0">
      <p:cViewPr varScale="1">
        <p:scale>
          <a:sx n="39" d="100"/>
          <a:sy n="39" d="100"/>
        </p:scale>
        <p:origin x="7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r man" userId="5df8f941c66563e5" providerId="LiveId" clId="{D5483A8E-E20A-42B3-8710-4AD02E0C56EE}"/>
    <pc:docChg chg="undo custSel addSld delSld modSld sldOrd">
      <pc:chgData name="deer man" userId="5df8f941c66563e5" providerId="LiveId" clId="{D5483A8E-E20A-42B3-8710-4AD02E0C56EE}" dt="2026-10-19T18:37:51.212" v="1134" actId="478"/>
      <pc:docMkLst>
        <pc:docMk/>
      </pc:docMkLst>
      <pc:sldChg chg="addSp delSp modSp new mod modTransition">
        <pc:chgData name="deer man" userId="5df8f941c66563e5" providerId="LiveId" clId="{D5483A8E-E20A-42B3-8710-4AD02E0C56EE}" dt="2026-10-19T15:30:11.503" v="309" actId="1076"/>
        <pc:sldMkLst>
          <pc:docMk/>
          <pc:sldMk cId="2657386753" sldId="256"/>
        </pc:sldMkLst>
        <pc:spChg chg="mod ord">
          <ac:chgData name="deer man" userId="5df8f941c66563e5" providerId="LiveId" clId="{D5483A8E-E20A-42B3-8710-4AD02E0C56EE}" dt="2026-10-19T15:26:42.075" v="274" actId="1076"/>
          <ac:spMkLst>
            <pc:docMk/>
            <pc:sldMk cId="2657386753" sldId="256"/>
            <ac:spMk id="2" creationId="{8D5E15CD-13BA-CEB3-6180-871E9A5030AF}"/>
          </ac:spMkLst>
        </pc:spChg>
        <pc:spChg chg="del">
          <ac:chgData name="deer man" userId="5df8f941c66563e5" providerId="LiveId" clId="{D5483A8E-E20A-42B3-8710-4AD02E0C56EE}" dt="2026-10-19T08:17:23.811" v="74" actId="478"/>
          <ac:spMkLst>
            <pc:docMk/>
            <pc:sldMk cId="2657386753" sldId="256"/>
            <ac:spMk id="3" creationId="{9E244213-7E7B-2777-C73E-6CBD1D3B38A9}"/>
          </ac:spMkLst>
        </pc:spChg>
        <pc:spChg chg="add del mod ord">
          <ac:chgData name="deer man" userId="5df8f941c66563e5" providerId="LiveId" clId="{D5483A8E-E20A-42B3-8710-4AD02E0C56EE}" dt="2026-10-19T08:28:05.114" v="120" actId="478"/>
          <ac:spMkLst>
            <pc:docMk/>
            <pc:sldMk cId="2657386753" sldId="256"/>
            <ac:spMk id="5" creationId="{9024A1F8-D75A-4336-DF1C-DE6DF357923F}"/>
          </ac:spMkLst>
        </pc:spChg>
        <pc:spChg chg="add del mod ord">
          <ac:chgData name="deer man" userId="5df8f941c66563e5" providerId="LiveId" clId="{D5483A8E-E20A-42B3-8710-4AD02E0C56EE}" dt="2026-10-19T08:28:06.747" v="121" actId="478"/>
          <ac:spMkLst>
            <pc:docMk/>
            <pc:sldMk cId="2657386753" sldId="256"/>
            <ac:spMk id="7" creationId="{F38D2BAF-67D1-BD61-FA26-261A8890E495}"/>
          </ac:spMkLst>
        </pc:spChg>
        <pc:spChg chg="add mod">
          <ac:chgData name="deer man" userId="5df8f941c66563e5" providerId="LiveId" clId="{D5483A8E-E20A-42B3-8710-4AD02E0C56EE}" dt="2026-10-19T15:30:09.038" v="308" actId="1076"/>
          <ac:spMkLst>
            <pc:docMk/>
            <pc:sldMk cId="2657386753" sldId="256"/>
            <ac:spMk id="16" creationId="{0596F154-DF76-C9A7-25A0-EB4453051023}"/>
          </ac:spMkLst>
        </pc:spChg>
        <pc:picChg chg="add mod ord">
          <ac:chgData name="deer man" userId="5df8f941c66563e5" providerId="LiveId" clId="{D5483A8E-E20A-42B3-8710-4AD02E0C56EE}" dt="2026-10-19T15:30:11.503" v="309" actId="1076"/>
          <ac:picMkLst>
            <pc:docMk/>
            <pc:sldMk cId="2657386753" sldId="256"/>
            <ac:picMk id="4" creationId="{F566A474-C66B-13D4-712F-0155B58417BE}"/>
          </ac:picMkLst>
        </pc:picChg>
        <pc:picChg chg="add mod">
          <ac:chgData name="deer man" userId="5df8f941c66563e5" providerId="LiveId" clId="{D5483A8E-E20A-42B3-8710-4AD02E0C56EE}" dt="2026-10-19T15:30:06.184" v="307" actId="1076"/>
          <ac:picMkLst>
            <pc:docMk/>
            <pc:sldMk cId="2657386753" sldId="256"/>
            <ac:picMk id="8" creationId="{0A848BF3-E0E2-05D5-7B01-C452A4568BC8}"/>
          </ac:picMkLst>
        </pc:picChg>
        <pc:picChg chg="add mod">
          <ac:chgData name="deer man" userId="5df8f941c66563e5" providerId="LiveId" clId="{D5483A8E-E20A-42B3-8710-4AD02E0C56EE}" dt="2026-10-19T15:27:24.104" v="285" actId="688"/>
          <ac:picMkLst>
            <pc:docMk/>
            <pc:sldMk cId="2657386753" sldId="256"/>
            <ac:picMk id="10" creationId="{E401817B-3C49-1834-CF9F-6AF1DAE659FB}"/>
          </ac:picMkLst>
        </pc:picChg>
        <pc:picChg chg="add mod">
          <ac:chgData name="deer man" userId="5df8f941c66563e5" providerId="LiveId" clId="{D5483A8E-E20A-42B3-8710-4AD02E0C56EE}" dt="2026-10-19T15:27:15.387" v="283" actId="688"/>
          <ac:picMkLst>
            <pc:docMk/>
            <pc:sldMk cId="2657386753" sldId="256"/>
            <ac:picMk id="12" creationId="{56D64AF8-4E94-8ADC-C03D-996318B676DF}"/>
          </ac:picMkLst>
        </pc:picChg>
        <pc:picChg chg="add mod">
          <ac:chgData name="deer man" userId="5df8f941c66563e5" providerId="LiveId" clId="{D5483A8E-E20A-42B3-8710-4AD02E0C56EE}" dt="2026-10-19T15:27:19.833" v="284" actId="688"/>
          <ac:picMkLst>
            <pc:docMk/>
            <pc:sldMk cId="2657386753" sldId="256"/>
            <ac:picMk id="14" creationId="{E2D0C474-2DA0-35F2-A19C-799511001546}"/>
          </ac:picMkLst>
        </pc:picChg>
        <pc:picChg chg="add mod">
          <ac:chgData name="deer man" userId="5df8f941c66563e5" providerId="LiveId" clId="{D5483A8E-E20A-42B3-8710-4AD02E0C56EE}" dt="2026-10-19T15:27:54.364" v="290" actId="1076"/>
          <ac:picMkLst>
            <pc:docMk/>
            <pc:sldMk cId="2657386753" sldId="256"/>
            <ac:picMk id="18" creationId="{B8F86D65-7D6C-DB80-2E9D-05F8EA97FA33}"/>
          </ac:picMkLst>
        </pc:picChg>
      </pc:sldChg>
      <pc:sldChg chg="addSp delSp modSp new del mod">
        <pc:chgData name="deer man" userId="5df8f941c66563e5" providerId="LiveId" clId="{D5483A8E-E20A-42B3-8710-4AD02E0C56EE}" dt="2026-10-19T16:02:07.660" v="507" actId="47"/>
        <pc:sldMkLst>
          <pc:docMk/>
          <pc:sldMk cId="2083767351" sldId="257"/>
        </pc:sldMkLst>
        <pc:spChg chg="del mod">
          <ac:chgData name="deer man" userId="5df8f941c66563e5" providerId="LiveId" clId="{D5483A8E-E20A-42B3-8710-4AD02E0C56EE}" dt="2026-10-19T15:57:10.578" v="443" actId="478"/>
          <ac:spMkLst>
            <pc:docMk/>
            <pc:sldMk cId="2083767351" sldId="257"/>
            <ac:spMk id="2" creationId="{BEE4B40E-7C9F-C7E5-6803-B9E53FD4D3DF}"/>
          </ac:spMkLst>
        </pc:spChg>
        <pc:spChg chg="del">
          <ac:chgData name="deer man" userId="5df8f941c66563e5" providerId="LiveId" clId="{D5483A8E-E20A-42B3-8710-4AD02E0C56EE}" dt="2026-10-19T14:26:53.809" v="190" actId="1032"/>
          <ac:spMkLst>
            <pc:docMk/>
            <pc:sldMk cId="2083767351" sldId="257"/>
            <ac:spMk id="3" creationId="{610F47CA-577D-3793-67BD-B230FA339EC6}"/>
          </ac:spMkLst>
        </pc:spChg>
        <pc:spChg chg="add del mod">
          <ac:chgData name="deer man" userId="5df8f941c66563e5" providerId="LiveId" clId="{D5483A8E-E20A-42B3-8710-4AD02E0C56EE}" dt="2026-10-19T08:30:31.854" v="183"/>
          <ac:spMkLst>
            <pc:docMk/>
            <pc:sldMk cId="2083767351" sldId="257"/>
            <ac:spMk id="4" creationId="{A282F89B-4DA8-2459-FF61-284E550ABB83}"/>
          </ac:spMkLst>
        </pc:spChg>
        <pc:spChg chg="add del mod">
          <ac:chgData name="deer man" userId="5df8f941c66563e5" providerId="LiveId" clId="{D5483A8E-E20A-42B3-8710-4AD02E0C56EE}" dt="2026-10-19T08:53:25.984" v="186"/>
          <ac:spMkLst>
            <pc:docMk/>
            <pc:sldMk cId="2083767351" sldId="257"/>
            <ac:spMk id="5" creationId="{A57B75BF-0520-7D74-10C8-4FCFFDF2BEE8}"/>
          </ac:spMkLst>
        </pc:spChg>
        <pc:spChg chg="add del mod">
          <ac:chgData name="deer man" userId="5df8f941c66563e5" providerId="LiveId" clId="{D5483A8E-E20A-42B3-8710-4AD02E0C56EE}" dt="2026-10-19T08:53:30.373" v="188" actId="478"/>
          <ac:spMkLst>
            <pc:docMk/>
            <pc:sldMk cId="2083767351" sldId="257"/>
            <ac:spMk id="6" creationId="{629F7D65-F9EE-806A-3381-A5C97F8EEDE9}"/>
          </ac:spMkLst>
        </pc:spChg>
        <pc:spChg chg="add mod">
          <ac:chgData name="deer man" userId="5df8f941c66563e5" providerId="LiveId" clId="{D5483A8E-E20A-42B3-8710-4AD02E0C56EE}" dt="2026-10-19T14:34:26.183" v="271" actId="478"/>
          <ac:spMkLst>
            <pc:docMk/>
            <pc:sldMk cId="2083767351" sldId="257"/>
            <ac:spMk id="9" creationId="{71B43C56-37ED-22EE-C8EB-96C8CE37512E}"/>
          </ac:spMkLst>
        </pc:spChg>
        <pc:spChg chg="add mod">
          <ac:chgData name="deer man" userId="5df8f941c66563e5" providerId="LiveId" clId="{D5483A8E-E20A-42B3-8710-4AD02E0C56EE}" dt="2026-10-19T15:57:10.578" v="443" actId="478"/>
          <ac:spMkLst>
            <pc:docMk/>
            <pc:sldMk cId="2083767351" sldId="257"/>
            <ac:spMk id="13" creationId="{375A27D8-BA7B-5D42-6741-5F490448648E}"/>
          </ac:spMkLst>
        </pc:spChg>
        <pc:graphicFrameChg chg="add del mod modGraphic">
          <ac:chgData name="deer man" userId="5df8f941c66563e5" providerId="LiveId" clId="{D5483A8E-E20A-42B3-8710-4AD02E0C56EE}" dt="2026-10-19T14:34:26.183" v="271" actId="478"/>
          <ac:graphicFrameMkLst>
            <pc:docMk/>
            <pc:sldMk cId="2083767351" sldId="257"/>
            <ac:graphicFrameMk id="7" creationId="{AE23B7AE-F74A-3DF0-4B62-C33FEFA3DBA1}"/>
          </ac:graphicFrameMkLst>
        </pc:graphicFrameChg>
        <pc:picChg chg="add mod">
          <ac:chgData name="deer man" userId="5df8f941c66563e5" providerId="LiveId" clId="{D5483A8E-E20A-42B3-8710-4AD02E0C56EE}" dt="2026-10-19T15:57:08.235" v="442" actId="14100"/>
          <ac:picMkLst>
            <pc:docMk/>
            <pc:sldMk cId="2083767351" sldId="257"/>
            <ac:picMk id="11" creationId="{C54AE446-D424-8E4F-5516-C298EE518865}"/>
          </ac:picMkLst>
        </pc:picChg>
      </pc:sldChg>
      <pc:sldChg chg="addSp modSp add mod modTransition modAnim">
        <pc:chgData name="deer man" userId="5df8f941c66563e5" providerId="LiveId" clId="{D5483A8E-E20A-42B3-8710-4AD02E0C56EE}" dt="2026-10-19T17:57:46.738" v="834"/>
        <pc:sldMkLst>
          <pc:docMk/>
          <pc:sldMk cId="2320045647" sldId="258"/>
        </pc:sldMkLst>
        <pc:picChg chg="add mod">
          <ac:chgData name="deer man" userId="5df8f941c66563e5" providerId="LiveId" clId="{D5483A8E-E20A-42B3-8710-4AD02E0C56EE}" dt="2026-10-19T15:28:47.400" v="302" actId="1076"/>
          <ac:picMkLst>
            <pc:docMk/>
            <pc:sldMk cId="2320045647" sldId="258"/>
            <ac:picMk id="5" creationId="{F0B81BEF-1881-6848-C0B4-B317A8BB26A1}"/>
          </ac:picMkLst>
        </pc:picChg>
        <pc:picChg chg="add mod">
          <ac:chgData name="deer man" userId="5df8f941c66563e5" providerId="LiveId" clId="{D5483A8E-E20A-42B3-8710-4AD02E0C56EE}" dt="2026-10-19T17:57:46.065" v="833" actId="1076"/>
          <ac:picMkLst>
            <pc:docMk/>
            <pc:sldMk cId="2320045647" sldId="258"/>
            <ac:picMk id="6" creationId="{6B2570A3-0CC4-6123-B995-28744E9C8608}"/>
          </ac:picMkLst>
        </pc:picChg>
      </pc:sldChg>
      <pc:sldChg chg="addSp delSp modSp add mod addAnim delAnim modAnim">
        <pc:chgData name="deer man" userId="5df8f941c66563e5" providerId="LiveId" clId="{D5483A8E-E20A-42B3-8710-4AD02E0C56EE}" dt="2026-10-19T17:59:45.223" v="853"/>
        <pc:sldMkLst>
          <pc:docMk/>
          <pc:sldMk cId="4157377754" sldId="259"/>
        </pc:sldMkLst>
        <pc:spChg chg="del">
          <ac:chgData name="deer man" userId="5df8f941c66563e5" providerId="LiveId" clId="{D5483A8E-E20A-42B3-8710-4AD02E0C56EE}" dt="2026-10-19T15:38:30.378" v="330" actId="478"/>
          <ac:spMkLst>
            <pc:docMk/>
            <pc:sldMk cId="4157377754" sldId="259"/>
            <ac:spMk id="2" creationId="{4D5A6987-2C83-65B8-05C7-89AD1D606687}"/>
          </ac:spMkLst>
        </pc:spChg>
        <pc:spChg chg="add del mod">
          <ac:chgData name="deer man" userId="5df8f941c66563e5" providerId="LiveId" clId="{D5483A8E-E20A-42B3-8710-4AD02E0C56EE}" dt="2026-10-19T15:38:45.811" v="333" actId="478"/>
          <ac:spMkLst>
            <pc:docMk/>
            <pc:sldMk cId="4157377754" sldId="259"/>
            <ac:spMk id="9" creationId="{6225CD3B-D495-4538-CEDF-0797AD7FE51E}"/>
          </ac:spMkLst>
        </pc:spChg>
        <pc:spChg chg="del">
          <ac:chgData name="deer man" userId="5df8f941c66563e5" providerId="LiveId" clId="{D5483A8E-E20A-42B3-8710-4AD02E0C56EE}" dt="2026-10-19T15:38:35.486" v="331" actId="478"/>
          <ac:spMkLst>
            <pc:docMk/>
            <pc:sldMk cId="4157377754" sldId="259"/>
            <ac:spMk id="16" creationId="{B6AED4A4-46B6-25DF-5A0C-00ADD47D7724}"/>
          </ac:spMkLst>
        </pc:spChg>
        <pc:picChg chg="del mod">
          <ac:chgData name="deer man" userId="5df8f941c66563e5" providerId="LiveId" clId="{D5483A8E-E20A-42B3-8710-4AD02E0C56EE}" dt="2026-10-19T15:37:51.482" v="327" actId="478"/>
          <ac:picMkLst>
            <pc:docMk/>
            <pc:sldMk cId="4157377754" sldId="259"/>
            <ac:picMk id="4" creationId="{827E89B4-CE64-3669-810A-5E8330B1C1DF}"/>
          </ac:picMkLst>
        </pc:picChg>
        <pc:picChg chg="del">
          <ac:chgData name="deer man" userId="5df8f941c66563e5" providerId="LiveId" clId="{D5483A8E-E20A-42B3-8710-4AD02E0C56EE}" dt="2026-10-19T15:36:30.998" v="311" actId="478"/>
          <ac:picMkLst>
            <pc:docMk/>
            <pc:sldMk cId="4157377754" sldId="259"/>
            <ac:picMk id="5" creationId="{FA9B9031-CB80-0662-2F39-22BACE4257D8}"/>
          </ac:picMkLst>
        </pc:picChg>
        <pc:picChg chg="add mod">
          <ac:chgData name="deer man" userId="5df8f941c66563e5" providerId="LiveId" clId="{D5483A8E-E20A-42B3-8710-4AD02E0C56EE}" dt="2026-10-19T15:41:11.811" v="352" actId="1076"/>
          <ac:picMkLst>
            <pc:docMk/>
            <pc:sldMk cId="4157377754" sldId="259"/>
            <ac:picMk id="6" creationId="{2E383702-11AA-D8CE-0BE0-72A75A5D6CEF}"/>
          </ac:picMkLst>
        </pc:picChg>
        <pc:picChg chg="mod">
          <ac:chgData name="deer man" userId="5df8f941c66563e5" providerId="LiveId" clId="{D5483A8E-E20A-42B3-8710-4AD02E0C56EE}" dt="2026-10-19T15:48:35.233" v="400" actId="688"/>
          <ac:picMkLst>
            <pc:docMk/>
            <pc:sldMk cId="4157377754" sldId="259"/>
            <ac:picMk id="8" creationId="{6C346548-67AF-E6BA-419D-05CFBE4606DC}"/>
          </ac:picMkLst>
        </pc:picChg>
        <pc:picChg chg="mod">
          <ac:chgData name="deer man" userId="5df8f941c66563e5" providerId="LiveId" clId="{D5483A8E-E20A-42B3-8710-4AD02E0C56EE}" dt="2026-10-19T15:48:27.530" v="398" actId="688"/>
          <ac:picMkLst>
            <pc:docMk/>
            <pc:sldMk cId="4157377754" sldId="259"/>
            <ac:picMk id="10" creationId="{57A0C76C-12B1-0167-7F32-C22C68AEEEBF}"/>
          </ac:picMkLst>
        </pc:picChg>
        <pc:picChg chg="mod">
          <ac:chgData name="deer man" userId="5df8f941c66563e5" providerId="LiveId" clId="{D5483A8E-E20A-42B3-8710-4AD02E0C56EE}" dt="2026-10-19T15:48:30.195" v="399" actId="688"/>
          <ac:picMkLst>
            <pc:docMk/>
            <pc:sldMk cId="4157377754" sldId="259"/>
            <ac:picMk id="12" creationId="{619E997A-CA24-83CA-C113-5AFE4956DC76}"/>
          </ac:picMkLst>
        </pc:picChg>
        <pc:picChg chg="mod">
          <ac:chgData name="deer man" userId="5df8f941c66563e5" providerId="LiveId" clId="{D5483A8E-E20A-42B3-8710-4AD02E0C56EE}" dt="2026-10-19T15:39:03.311" v="338" actId="1076"/>
          <ac:picMkLst>
            <pc:docMk/>
            <pc:sldMk cId="4157377754" sldId="259"/>
            <ac:picMk id="14" creationId="{31D9AE3E-5F95-A233-D25C-5E687D0CDDCE}"/>
          </ac:picMkLst>
        </pc:picChg>
      </pc:sldChg>
      <pc:sldChg chg="addSp delSp modSp add del mod delAnim">
        <pc:chgData name="deer man" userId="5df8f941c66563e5" providerId="LiveId" clId="{D5483A8E-E20A-42B3-8710-4AD02E0C56EE}" dt="2026-10-19T15:46:43.647" v="393" actId="47"/>
        <pc:sldMkLst>
          <pc:docMk/>
          <pc:sldMk cId="2135849905" sldId="260"/>
        </pc:sldMkLst>
        <pc:picChg chg="add mod">
          <ac:chgData name="deer man" userId="5df8f941c66563e5" providerId="LiveId" clId="{D5483A8E-E20A-42B3-8710-4AD02E0C56EE}" dt="2026-10-19T15:44:17.490" v="372" actId="14100"/>
          <ac:picMkLst>
            <pc:docMk/>
            <pc:sldMk cId="2135849905" sldId="260"/>
            <ac:picMk id="3" creationId="{DE9B04BF-2B1D-73BF-3DF1-F6D077EF33C1}"/>
          </ac:picMkLst>
        </pc:picChg>
        <pc:picChg chg="del">
          <ac:chgData name="deer man" userId="5df8f941c66563e5" providerId="LiveId" clId="{D5483A8E-E20A-42B3-8710-4AD02E0C56EE}" dt="2026-10-19T15:44:03.779" v="367" actId="478"/>
          <ac:picMkLst>
            <pc:docMk/>
            <pc:sldMk cId="2135849905" sldId="260"/>
            <ac:picMk id="6" creationId="{7BDD0B85-C405-953C-EE9A-E5430E746DE2}"/>
          </ac:picMkLst>
        </pc:picChg>
        <pc:picChg chg="mod">
          <ac:chgData name="deer man" userId="5df8f941c66563e5" providerId="LiveId" clId="{D5483A8E-E20A-42B3-8710-4AD02E0C56EE}" dt="2026-10-19T15:45:43.485" v="386" actId="1076"/>
          <ac:picMkLst>
            <pc:docMk/>
            <pc:sldMk cId="2135849905" sldId="260"/>
            <ac:picMk id="8" creationId="{C162190E-4105-D0AF-8232-936A91DDE843}"/>
          </ac:picMkLst>
        </pc:picChg>
        <pc:picChg chg="mod">
          <ac:chgData name="deer man" userId="5df8f941c66563e5" providerId="LiveId" clId="{D5483A8E-E20A-42B3-8710-4AD02E0C56EE}" dt="2026-10-19T15:45:56.621" v="388" actId="14100"/>
          <ac:picMkLst>
            <pc:docMk/>
            <pc:sldMk cId="2135849905" sldId="260"/>
            <ac:picMk id="10" creationId="{AB7D094B-3920-F92C-D8AD-F41EDA694730}"/>
          </ac:picMkLst>
        </pc:picChg>
        <pc:picChg chg="mod">
          <ac:chgData name="deer man" userId="5df8f941c66563e5" providerId="LiveId" clId="{D5483A8E-E20A-42B3-8710-4AD02E0C56EE}" dt="2026-10-19T15:46:03.486" v="390" actId="1076"/>
          <ac:picMkLst>
            <pc:docMk/>
            <pc:sldMk cId="2135849905" sldId="260"/>
            <ac:picMk id="12" creationId="{F3C31A8A-A4CC-D05E-AE4D-6A86B3AEF30E}"/>
          </ac:picMkLst>
        </pc:picChg>
        <pc:picChg chg="mod">
          <ac:chgData name="deer man" userId="5df8f941c66563e5" providerId="LiveId" clId="{D5483A8E-E20A-42B3-8710-4AD02E0C56EE}" dt="2026-10-19T15:46:11.446" v="392" actId="1076"/>
          <ac:picMkLst>
            <pc:docMk/>
            <pc:sldMk cId="2135849905" sldId="260"/>
            <ac:picMk id="14" creationId="{3A897E97-E515-F248-FDDD-AB698A8B23A8}"/>
          </ac:picMkLst>
        </pc:picChg>
      </pc:sldChg>
      <pc:sldChg chg="add del">
        <pc:chgData name="deer man" userId="5df8f941c66563e5" providerId="LiveId" clId="{D5483A8E-E20A-42B3-8710-4AD02E0C56EE}" dt="2026-10-19T15:48:48.833" v="401" actId="47"/>
        <pc:sldMkLst>
          <pc:docMk/>
          <pc:sldMk cId="3009422932" sldId="260"/>
        </pc:sldMkLst>
      </pc:sldChg>
      <pc:sldChg chg="addSp delSp modSp add mod delAnim">
        <pc:chgData name="deer man" userId="5df8f941c66563e5" providerId="LiveId" clId="{D5483A8E-E20A-42B3-8710-4AD02E0C56EE}" dt="2026-10-19T17:59:50.887" v="855" actId="1076"/>
        <pc:sldMkLst>
          <pc:docMk/>
          <pc:sldMk cId="3613106165" sldId="260"/>
        </pc:sldMkLst>
        <pc:picChg chg="add mod">
          <ac:chgData name="deer man" userId="5df8f941c66563e5" providerId="LiveId" clId="{D5483A8E-E20A-42B3-8710-4AD02E0C56EE}" dt="2026-10-19T17:59:50.887" v="855" actId="1076"/>
          <ac:picMkLst>
            <pc:docMk/>
            <pc:sldMk cId="3613106165" sldId="260"/>
            <ac:picMk id="3" creationId="{6AA05860-0FF9-B3B7-5B73-98D1A026B041}"/>
          </ac:picMkLst>
        </pc:picChg>
        <pc:picChg chg="add mod">
          <ac:chgData name="deer man" userId="5df8f941c66563e5" providerId="LiveId" clId="{D5483A8E-E20A-42B3-8710-4AD02E0C56EE}" dt="2026-10-19T16:06:35.632" v="538" actId="1076"/>
          <ac:picMkLst>
            <pc:docMk/>
            <pc:sldMk cId="3613106165" sldId="260"/>
            <ac:picMk id="5" creationId="{7CEF949C-A4A3-AB20-1FD1-0961EF5C557D}"/>
          </ac:picMkLst>
        </pc:picChg>
        <pc:picChg chg="del">
          <ac:chgData name="deer man" userId="5df8f941c66563e5" providerId="LiveId" clId="{D5483A8E-E20A-42B3-8710-4AD02E0C56EE}" dt="2026-10-19T15:51:29.378" v="427" actId="478"/>
          <ac:picMkLst>
            <pc:docMk/>
            <pc:sldMk cId="3613106165" sldId="260"/>
            <ac:picMk id="6" creationId="{F4E16E66-A8AB-DDA2-AA69-04FD61829671}"/>
          </ac:picMkLst>
        </pc:picChg>
        <pc:picChg chg="mod">
          <ac:chgData name="deer man" userId="5df8f941c66563e5" providerId="LiveId" clId="{D5483A8E-E20A-42B3-8710-4AD02E0C56EE}" dt="2026-10-19T15:51:05.980" v="424" actId="688"/>
          <ac:picMkLst>
            <pc:docMk/>
            <pc:sldMk cId="3613106165" sldId="260"/>
            <ac:picMk id="8" creationId="{94C77E13-C18E-ABC3-FFA7-A9F359DFE56B}"/>
          </ac:picMkLst>
        </pc:picChg>
        <pc:picChg chg="mod">
          <ac:chgData name="deer man" userId="5df8f941c66563e5" providerId="LiveId" clId="{D5483A8E-E20A-42B3-8710-4AD02E0C56EE}" dt="2026-10-19T15:51:12.496" v="426" actId="688"/>
          <ac:picMkLst>
            <pc:docMk/>
            <pc:sldMk cId="3613106165" sldId="260"/>
            <ac:picMk id="10" creationId="{247BE8E2-5C7A-F15A-1D21-8C0291BA1F2D}"/>
          </ac:picMkLst>
        </pc:picChg>
        <pc:picChg chg="mod">
          <ac:chgData name="deer man" userId="5df8f941c66563e5" providerId="LiveId" clId="{D5483A8E-E20A-42B3-8710-4AD02E0C56EE}" dt="2026-10-19T15:50:52.070" v="420" actId="688"/>
          <ac:picMkLst>
            <pc:docMk/>
            <pc:sldMk cId="3613106165" sldId="260"/>
            <ac:picMk id="12" creationId="{3D475BDA-9BAF-45F2-C91D-0CADB5CD732A}"/>
          </ac:picMkLst>
        </pc:picChg>
        <pc:picChg chg="mod">
          <ac:chgData name="deer man" userId="5df8f941c66563e5" providerId="LiveId" clId="{D5483A8E-E20A-42B3-8710-4AD02E0C56EE}" dt="2026-10-19T15:51:08.883" v="425" actId="688"/>
          <ac:picMkLst>
            <pc:docMk/>
            <pc:sldMk cId="3613106165" sldId="260"/>
            <ac:picMk id="14" creationId="{65303D09-F7D8-C503-6608-F2923D52A029}"/>
          </ac:picMkLst>
        </pc:picChg>
      </pc:sldChg>
      <pc:sldChg chg="addSp delSp modSp add mod delAnim modAnim">
        <pc:chgData name="deer man" userId="5df8f941c66563e5" providerId="LiveId" clId="{D5483A8E-E20A-42B3-8710-4AD02E0C56EE}" dt="2026-10-19T18:37:51.212" v="1134" actId="478"/>
        <pc:sldMkLst>
          <pc:docMk/>
          <pc:sldMk cId="1482781637" sldId="261"/>
        </pc:sldMkLst>
        <pc:grpChg chg="mod">
          <ac:chgData name="deer man" userId="5df8f941c66563e5" providerId="LiveId" clId="{D5483A8E-E20A-42B3-8710-4AD02E0C56EE}" dt="2026-10-19T17:14:30.797" v="674"/>
          <ac:grpSpMkLst>
            <pc:docMk/>
            <pc:sldMk cId="1482781637" sldId="261"/>
            <ac:grpSpMk id="25" creationId="{F583E267-E0B1-2F34-4485-BB514EB4F9A7}"/>
          </ac:grpSpMkLst>
        </pc:grpChg>
        <pc:grpChg chg="mod">
          <ac:chgData name="deer man" userId="5df8f941c66563e5" providerId="LiveId" clId="{D5483A8E-E20A-42B3-8710-4AD02E0C56EE}" dt="2026-10-19T17:14:35.211" v="680"/>
          <ac:grpSpMkLst>
            <pc:docMk/>
            <pc:sldMk cId="1482781637" sldId="261"/>
            <ac:grpSpMk id="28" creationId="{CB2933D7-667F-8C4A-F294-638139CE5CB2}"/>
          </ac:grpSpMkLst>
        </pc:grpChg>
        <pc:picChg chg="del">
          <ac:chgData name="deer man" userId="5df8f941c66563e5" providerId="LiveId" clId="{D5483A8E-E20A-42B3-8710-4AD02E0C56EE}" dt="2026-10-19T15:57:22.468" v="445" actId="478"/>
          <ac:picMkLst>
            <pc:docMk/>
            <pc:sldMk cId="1482781637" sldId="261"/>
            <ac:picMk id="3" creationId="{52D3BD37-95F3-4484-FBFB-A890E616054A}"/>
          </ac:picMkLst>
        </pc:picChg>
        <pc:picChg chg="add mod ord">
          <ac:chgData name="deer man" userId="5df8f941c66563e5" providerId="LiveId" clId="{D5483A8E-E20A-42B3-8710-4AD02E0C56EE}" dt="2026-10-19T18:34:40.350" v="1124" actId="1076"/>
          <ac:picMkLst>
            <pc:docMk/>
            <pc:sldMk cId="1482781637" sldId="261"/>
            <ac:picMk id="4" creationId="{E9738BA2-FFFD-CCB3-0231-D141C45C21B6}"/>
          </ac:picMkLst>
        </pc:picChg>
        <pc:picChg chg="add del mod">
          <ac:chgData name="deer man" userId="5df8f941c66563e5" providerId="LiveId" clId="{D5483A8E-E20A-42B3-8710-4AD02E0C56EE}" dt="2026-10-19T16:06:08.549" v="533" actId="478"/>
          <ac:picMkLst>
            <pc:docMk/>
            <pc:sldMk cId="1482781637" sldId="261"/>
            <ac:picMk id="6" creationId="{A6C56127-BF64-CC70-3043-9D91E589DFAE}"/>
          </ac:picMkLst>
        </pc:picChg>
        <pc:picChg chg="mod">
          <ac:chgData name="deer man" userId="5df8f941c66563e5" providerId="LiveId" clId="{D5483A8E-E20A-42B3-8710-4AD02E0C56EE}" dt="2026-10-19T16:01:05.706" v="494" actId="1076"/>
          <ac:picMkLst>
            <pc:docMk/>
            <pc:sldMk cId="1482781637" sldId="261"/>
            <ac:picMk id="8" creationId="{3E586AE2-4C5B-8AA5-627E-C30A9936ACFD}"/>
          </ac:picMkLst>
        </pc:picChg>
        <pc:picChg chg="add del mod">
          <ac:chgData name="deer man" userId="5df8f941c66563e5" providerId="LiveId" clId="{D5483A8E-E20A-42B3-8710-4AD02E0C56EE}" dt="2026-10-19T16:06:06.670" v="532" actId="478"/>
          <ac:picMkLst>
            <pc:docMk/>
            <pc:sldMk cId="1482781637" sldId="261"/>
            <ac:picMk id="9" creationId="{F028450F-DB5E-B4D8-596F-99DFDAFE8A79}"/>
          </ac:picMkLst>
        </pc:picChg>
        <pc:picChg chg="mod">
          <ac:chgData name="deer man" userId="5df8f941c66563e5" providerId="LiveId" clId="{D5483A8E-E20A-42B3-8710-4AD02E0C56EE}" dt="2026-10-19T16:01:26.190" v="499" actId="1076"/>
          <ac:picMkLst>
            <pc:docMk/>
            <pc:sldMk cId="1482781637" sldId="261"/>
            <ac:picMk id="10" creationId="{BD293E41-4F33-267A-97E8-52E35242D395}"/>
          </ac:picMkLst>
        </pc:picChg>
        <pc:picChg chg="mod">
          <ac:chgData name="deer man" userId="5df8f941c66563e5" providerId="LiveId" clId="{D5483A8E-E20A-42B3-8710-4AD02E0C56EE}" dt="2026-10-19T16:01:41.231" v="503" actId="1076"/>
          <ac:picMkLst>
            <pc:docMk/>
            <pc:sldMk cId="1482781637" sldId="261"/>
            <ac:picMk id="12" creationId="{7CC3C488-0DDE-539E-1126-E5BCB0506C7C}"/>
          </ac:picMkLst>
        </pc:picChg>
        <pc:picChg chg="add del mod">
          <ac:chgData name="deer man" userId="5df8f941c66563e5" providerId="LiveId" clId="{D5483A8E-E20A-42B3-8710-4AD02E0C56EE}" dt="2026-10-19T17:17:46.554" v="715" actId="478"/>
          <ac:picMkLst>
            <pc:docMk/>
            <pc:sldMk cId="1482781637" sldId="261"/>
            <ac:picMk id="13" creationId="{EA112C91-DB5C-D737-9E08-37A28FAAB5E1}"/>
          </ac:picMkLst>
        </pc:picChg>
        <pc:picChg chg="mod">
          <ac:chgData name="deer man" userId="5df8f941c66563e5" providerId="LiveId" clId="{D5483A8E-E20A-42B3-8710-4AD02E0C56EE}" dt="2026-10-19T16:01:47.069" v="504" actId="688"/>
          <ac:picMkLst>
            <pc:docMk/>
            <pc:sldMk cId="1482781637" sldId="261"/>
            <ac:picMk id="14" creationId="{6D11E2BC-3C2E-A803-60CE-950BD33473FC}"/>
          </ac:picMkLst>
        </pc:picChg>
        <pc:picChg chg="add del mod">
          <ac:chgData name="deer man" userId="5df8f941c66563e5" providerId="LiveId" clId="{D5483A8E-E20A-42B3-8710-4AD02E0C56EE}" dt="2026-10-19T17:17:46.554" v="715" actId="478"/>
          <ac:picMkLst>
            <pc:docMk/>
            <pc:sldMk cId="1482781637" sldId="261"/>
            <ac:picMk id="16" creationId="{BB608055-9359-0CD7-E290-40596F03E59C}"/>
          </ac:picMkLst>
        </pc:picChg>
        <pc:picChg chg="add del mod">
          <ac:chgData name="deer man" userId="5df8f941c66563e5" providerId="LiveId" clId="{D5483A8E-E20A-42B3-8710-4AD02E0C56EE}" dt="2026-10-19T17:17:46.554" v="715" actId="478"/>
          <ac:picMkLst>
            <pc:docMk/>
            <pc:sldMk cId="1482781637" sldId="261"/>
            <ac:picMk id="18" creationId="{AB7674DE-C583-8893-E332-13BAECBAE952}"/>
          </ac:picMkLst>
        </pc:picChg>
        <pc:picChg chg="add mod">
          <ac:chgData name="deer man" userId="5df8f941c66563e5" providerId="LiveId" clId="{D5483A8E-E20A-42B3-8710-4AD02E0C56EE}" dt="2026-10-19T17:18:03.109" v="717" actId="1076"/>
          <ac:picMkLst>
            <pc:docMk/>
            <pc:sldMk cId="1482781637" sldId="261"/>
            <ac:picMk id="35" creationId="{E8073E22-E1D4-9DE6-3C45-EF128380077E}"/>
          </ac:picMkLst>
        </pc:picChg>
        <pc:picChg chg="add mod">
          <ac:chgData name="deer man" userId="5df8f941c66563e5" providerId="LiveId" clId="{D5483A8E-E20A-42B3-8710-4AD02E0C56EE}" dt="2026-10-19T17:18:03.109" v="717" actId="1076"/>
          <ac:picMkLst>
            <pc:docMk/>
            <pc:sldMk cId="1482781637" sldId="261"/>
            <ac:picMk id="37" creationId="{E3D8A9ED-33A2-4BC8-A123-B0A202C358E3}"/>
          </ac:picMkLst>
        </pc:picChg>
        <pc:picChg chg="add mod">
          <ac:chgData name="deer man" userId="5df8f941c66563e5" providerId="LiveId" clId="{D5483A8E-E20A-42B3-8710-4AD02E0C56EE}" dt="2026-10-19T17:18:03.109" v="717" actId="1076"/>
          <ac:picMkLst>
            <pc:docMk/>
            <pc:sldMk cId="1482781637" sldId="261"/>
            <ac:picMk id="39" creationId="{DBCF131E-74CE-21F4-54F6-DF8D4317B004}"/>
          </ac:picMkLst>
        </pc:picChg>
        <pc:picChg chg="add mod">
          <ac:chgData name="deer man" userId="5df8f941c66563e5" providerId="LiveId" clId="{D5483A8E-E20A-42B3-8710-4AD02E0C56EE}" dt="2026-10-19T17:18:03.109" v="717" actId="1076"/>
          <ac:picMkLst>
            <pc:docMk/>
            <pc:sldMk cId="1482781637" sldId="261"/>
            <ac:picMk id="41" creationId="{88C09E63-1B99-9315-A0E8-E7E314D68F9C}"/>
          </ac:picMkLst>
        </pc:picChg>
        <pc:picChg chg="add mod">
          <ac:chgData name="deer man" userId="5df8f941c66563e5" providerId="LiveId" clId="{D5483A8E-E20A-42B3-8710-4AD02E0C56EE}" dt="2026-10-19T17:18:03.109" v="717" actId="1076"/>
          <ac:picMkLst>
            <pc:docMk/>
            <pc:sldMk cId="1482781637" sldId="261"/>
            <ac:picMk id="43" creationId="{8F04F28B-D688-5A41-5185-813DB6850763}"/>
          </ac:picMkLst>
        </pc:picChg>
        <pc:picChg chg="add mod">
          <ac:chgData name="deer man" userId="5df8f941c66563e5" providerId="LiveId" clId="{D5483A8E-E20A-42B3-8710-4AD02E0C56EE}" dt="2026-10-19T17:18:03.109" v="717" actId="1076"/>
          <ac:picMkLst>
            <pc:docMk/>
            <pc:sldMk cId="1482781637" sldId="261"/>
            <ac:picMk id="45" creationId="{07742CE7-5294-4AC6-DCC3-D1685963D1C1}"/>
          </ac:picMkLst>
        </pc:picChg>
        <pc:picChg chg="add mod">
          <ac:chgData name="deer man" userId="5df8f941c66563e5" providerId="LiveId" clId="{D5483A8E-E20A-42B3-8710-4AD02E0C56EE}" dt="2026-10-19T17:23:20.816" v="753" actId="14100"/>
          <ac:picMkLst>
            <pc:docMk/>
            <pc:sldMk cId="1482781637" sldId="261"/>
            <ac:picMk id="47" creationId="{061BE069-B9A2-D5B1-4520-E4B7AC362814}"/>
          </ac:picMkLst>
        </pc:picChg>
        <pc:picChg chg="add mod">
          <ac:chgData name="deer man" userId="5df8f941c66563e5" providerId="LiveId" clId="{D5483A8E-E20A-42B3-8710-4AD02E0C56EE}" dt="2026-10-19T17:18:03.109" v="717" actId="1076"/>
          <ac:picMkLst>
            <pc:docMk/>
            <pc:sldMk cId="1482781637" sldId="261"/>
            <ac:picMk id="49" creationId="{604426A4-08D4-E764-D9F0-D9B40C6A6122}"/>
          </ac:picMkLst>
        </pc:picChg>
        <pc:picChg chg="add mod">
          <ac:chgData name="deer man" userId="5df8f941c66563e5" providerId="LiveId" clId="{D5483A8E-E20A-42B3-8710-4AD02E0C56EE}" dt="2026-10-19T17:18:03.109" v="717" actId="1076"/>
          <ac:picMkLst>
            <pc:docMk/>
            <pc:sldMk cId="1482781637" sldId="261"/>
            <ac:picMk id="51" creationId="{D892EB73-B59B-C406-DB9E-FC51A049A6D5}"/>
          </ac:picMkLst>
        </pc:picChg>
        <pc:picChg chg="add mod">
          <ac:chgData name="deer man" userId="5df8f941c66563e5" providerId="LiveId" clId="{D5483A8E-E20A-42B3-8710-4AD02E0C56EE}" dt="2026-10-19T17:59:26.410" v="850" actId="1076"/>
          <ac:picMkLst>
            <pc:docMk/>
            <pc:sldMk cId="1482781637" sldId="261"/>
            <ac:picMk id="53" creationId="{607C8705-24CE-04CB-5D61-5AF82446EE17}"/>
          </ac:picMkLst>
        </pc:picChg>
        <pc:inkChg chg="add del">
          <ac:chgData name="deer man" userId="5df8f941c66563e5" providerId="LiveId" clId="{D5483A8E-E20A-42B3-8710-4AD02E0C56EE}" dt="2026-10-19T18:36:09.514" v="1127" actId="9405"/>
          <ac:inkMkLst>
            <pc:docMk/>
            <pc:sldMk cId="1482781637" sldId="261"/>
            <ac:inkMk id="2" creationId="{DC25AAD0-B08C-A444-5786-0B85A7087F49}"/>
          </ac:inkMkLst>
        </pc:inkChg>
        <pc:inkChg chg="add del">
          <ac:chgData name="deer man" userId="5df8f941c66563e5" providerId="LiveId" clId="{D5483A8E-E20A-42B3-8710-4AD02E0C56EE}" dt="2026-10-19T18:36:15.697" v="1129" actId="9405"/>
          <ac:inkMkLst>
            <pc:docMk/>
            <pc:sldMk cId="1482781637" sldId="261"/>
            <ac:inkMk id="3" creationId="{A0F2DE98-485E-60E9-5A50-ACF6C209FEF0}"/>
          </ac:inkMkLst>
        </pc:inkChg>
        <pc:inkChg chg="add del">
          <ac:chgData name="deer man" userId="5df8f941c66563e5" providerId="LiveId" clId="{D5483A8E-E20A-42B3-8710-4AD02E0C56EE}" dt="2026-10-19T17:14:15.548" v="663" actId="9405"/>
          <ac:inkMkLst>
            <pc:docMk/>
            <pc:sldMk cId="1482781637" sldId="261"/>
            <ac:inkMk id="19" creationId="{4949F0EF-29DC-A758-41CB-794E36013055}"/>
          </ac:inkMkLst>
        </pc:inkChg>
        <pc:inkChg chg="add del">
          <ac:chgData name="deer man" userId="5df8f941c66563e5" providerId="LiveId" clId="{D5483A8E-E20A-42B3-8710-4AD02E0C56EE}" dt="2026-10-19T17:14:20.481" v="665" actId="9405"/>
          <ac:inkMkLst>
            <pc:docMk/>
            <pc:sldMk cId="1482781637" sldId="261"/>
            <ac:inkMk id="20" creationId="{CD45E1BA-0CEE-229F-EB05-B9693EA5F315}"/>
          </ac:inkMkLst>
        </pc:inkChg>
        <pc:inkChg chg="add del">
          <ac:chgData name="deer man" userId="5df8f941c66563e5" providerId="LiveId" clId="{D5483A8E-E20A-42B3-8710-4AD02E0C56EE}" dt="2026-10-19T17:14:25.424" v="667" actId="9405"/>
          <ac:inkMkLst>
            <pc:docMk/>
            <pc:sldMk cId="1482781637" sldId="261"/>
            <ac:inkMk id="21" creationId="{15C102E9-F6CE-EDB4-C0F0-BE69106113B7}"/>
          </ac:inkMkLst>
        </pc:inkChg>
        <pc:inkChg chg="add del">
          <ac:chgData name="deer man" userId="5df8f941c66563e5" providerId="LiveId" clId="{D5483A8E-E20A-42B3-8710-4AD02E0C56EE}" dt="2026-10-19T17:14:27.555" v="669" actId="9405"/>
          <ac:inkMkLst>
            <pc:docMk/>
            <pc:sldMk cId="1482781637" sldId="261"/>
            <ac:inkMk id="22" creationId="{6E13CE84-F750-CC1E-C60C-7AC8BAB0CFD1}"/>
          </ac:inkMkLst>
        </pc:inkChg>
        <pc:inkChg chg="add del mod">
          <ac:chgData name="deer man" userId="5df8f941c66563e5" providerId="LiveId" clId="{D5483A8E-E20A-42B3-8710-4AD02E0C56EE}" dt="2026-10-19T17:14:31.562" v="675" actId="9405"/>
          <ac:inkMkLst>
            <pc:docMk/>
            <pc:sldMk cId="1482781637" sldId="261"/>
            <ac:inkMk id="23" creationId="{2D12AF48-6329-CA0A-0A21-01F678D4ECC2}"/>
          </ac:inkMkLst>
        </pc:inkChg>
        <pc:inkChg chg="add del mod">
          <ac:chgData name="deer man" userId="5df8f941c66563e5" providerId="LiveId" clId="{D5483A8E-E20A-42B3-8710-4AD02E0C56EE}" dt="2026-10-19T17:14:30.797" v="674"/>
          <ac:inkMkLst>
            <pc:docMk/>
            <pc:sldMk cId="1482781637" sldId="261"/>
            <ac:inkMk id="24" creationId="{86BA3D78-0DC0-8E43-3345-E356AF6F1075}"/>
          </ac:inkMkLst>
        </pc:inkChg>
        <pc:inkChg chg="add del mod">
          <ac:chgData name="deer man" userId="5df8f941c66563e5" providerId="LiveId" clId="{D5483A8E-E20A-42B3-8710-4AD02E0C56EE}" dt="2026-10-19T17:14:39.530" v="683" actId="9405"/>
          <ac:inkMkLst>
            <pc:docMk/>
            <pc:sldMk cId="1482781637" sldId="261"/>
            <ac:inkMk id="26" creationId="{FCCC3DC0-153A-8B46-CBC0-DF3300DCDF77}"/>
          </ac:inkMkLst>
        </pc:inkChg>
        <pc:inkChg chg="add del mod">
          <ac:chgData name="deer man" userId="5df8f941c66563e5" providerId="LiveId" clId="{D5483A8E-E20A-42B3-8710-4AD02E0C56EE}" dt="2026-10-19T17:14:35.211" v="680"/>
          <ac:inkMkLst>
            <pc:docMk/>
            <pc:sldMk cId="1482781637" sldId="261"/>
            <ac:inkMk id="27" creationId="{9AD467F7-49E3-4264-8FCC-1E533D27500E}"/>
          </ac:inkMkLst>
        </pc:inkChg>
        <pc:inkChg chg="add del">
          <ac:chgData name="deer man" userId="5df8f941c66563e5" providerId="LiveId" clId="{D5483A8E-E20A-42B3-8710-4AD02E0C56EE}" dt="2026-10-19T17:14:38.778" v="682" actId="9405"/>
          <ac:inkMkLst>
            <pc:docMk/>
            <pc:sldMk cId="1482781637" sldId="261"/>
            <ac:inkMk id="29" creationId="{AF2B4424-27E3-ACC5-9895-100E543B554D}"/>
          </ac:inkMkLst>
        </pc:inkChg>
        <pc:inkChg chg="add del">
          <ac:chgData name="deer man" userId="5df8f941c66563e5" providerId="LiveId" clId="{D5483A8E-E20A-42B3-8710-4AD02E0C56EE}" dt="2026-10-19T17:14:43.752" v="685" actId="9405"/>
          <ac:inkMkLst>
            <pc:docMk/>
            <pc:sldMk cId="1482781637" sldId="261"/>
            <ac:inkMk id="30" creationId="{A400078A-5095-0623-922C-0A65709CD421}"/>
          </ac:inkMkLst>
        </pc:inkChg>
        <pc:inkChg chg="add del">
          <ac:chgData name="deer man" userId="5df8f941c66563e5" providerId="LiveId" clId="{D5483A8E-E20A-42B3-8710-4AD02E0C56EE}" dt="2026-10-19T17:14:47.043" v="687" actId="9405"/>
          <ac:inkMkLst>
            <pc:docMk/>
            <pc:sldMk cId="1482781637" sldId="261"/>
            <ac:inkMk id="31" creationId="{A452D191-D3E2-DCF1-65C9-9244AFC2443E}"/>
          </ac:inkMkLst>
        </pc:inkChg>
        <pc:inkChg chg="add del mod ord">
          <ac:chgData name="deer man" userId="5df8f941c66563e5" providerId="LiveId" clId="{D5483A8E-E20A-42B3-8710-4AD02E0C56EE}" dt="2026-10-19T18:37:51.212" v="1134" actId="478"/>
          <ac:inkMkLst>
            <pc:docMk/>
            <pc:sldMk cId="1482781637" sldId="261"/>
            <ac:inkMk id="32" creationId="{71F8DCDC-1CB2-D4B4-EEB2-3E1519BB762C}"/>
          </ac:inkMkLst>
        </pc:inkChg>
        <pc:inkChg chg="add del">
          <ac:chgData name="deer man" userId="5df8f941c66563e5" providerId="LiveId" clId="{D5483A8E-E20A-42B3-8710-4AD02E0C56EE}" dt="2026-10-19T17:14:59.567" v="690" actId="9405"/>
          <ac:inkMkLst>
            <pc:docMk/>
            <pc:sldMk cId="1482781637" sldId="261"/>
            <ac:inkMk id="33" creationId="{9E11A7C9-E6D6-D5E7-D10B-96358EFC402D}"/>
          </ac:inkMkLst>
        </pc:inkChg>
      </pc:sldChg>
      <pc:sldChg chg="new del">
        <pc:chgData name="deer man" userId="5df8f941c66563e5" providerId="LiveId" clId="{D5483A8E-E20A-42B3-8710-4AD02E0C56EE}" dt="2026-10-19T18:07:03.721" v="873" actId="47"/>
        <pc:sldMkLst>
          <pc:docMk/>
          <pc:sldMk cId="3544532428" sldId="262"/>
        </pc:sldMkLst>
      </pc:sldChg>
      <pc:sldChg chg="new del">
        <pc:chgData name="deer man" userId="5df8f941c66563e5" providerId="LiveId" clId="{D5483A8E-E20A-42B3-8710-4AD02E0C56EE}" dt="2026-10-19T16:05:51.689" v="527" actId="680"/>
        <pc:sldMkLst>
          <pc:docMk/>
          <pc:sldMk cId="4117714077" sldId="262"/>
        </pc:sldMkLst>
      </pc:sldChg>
      <pc:sldChg chg="addSp new del mod">
        <pc:chgData name="deer man" userId="5df8f941c66563e5" providerId="LiveId" clId="{D5483A8E-E20A-42B3-8710-4AD02E0C56EE}" dt="2026-10-19T18:07:07.113" v="874" actId="47"/>
        <pc:sldMkLst>
          <pc:docMk/>
          <pc:sldMk cId="1382865642" sldId="263"/>
        </pc:sldMkLst>
        <pc:picChg chg="add">
          <ac:chgData name="deer man" userId="5df8f941c66563e5" providerId="LiveId" clId="{D5483A8E-E20A-42B3-8710-4AD02E0C56EE}" dt="2026-10-19T16:05:56.110" v="530" actId="22"/>
          <ac:picMkLst>
            <pc:docMk/>
            <pc:sldMk cId="1382865642" sldId="263"/>
            <ac:picMk id="5" creationId="{E1671B52-7546-6C43-71BC-008C78D61EB8}"/>
          </ac:picMkLst>
        </pc:picChg>
      </pc:sldChg>
      <pc:sldChg chg="addSp delSp modSp add mod">
        <pc:chgData name="deer man" userId="5df8f941c66563e5" providerId="LiveId" clId="{D5483A8E-E20A-42B3-8710-4AD02E0C56EE}" dt="2026-10-19T18:12:14.753" v="947" actId="1076"/>
        <pc:sldMkLst>
          <pc:docMk/>
          <pc:sldMk cId="2591676659" sldId="264"/>
        </pc:sldMkLst>
        <pc:spChg chg="add mod">
          <ac:chgData name="deer man" userId="5df8f941c66563e5" providerId="LiveId" clId="{D5483A8E-E20A-42B3-8710-4AD02E0C56EE}" dt="2026-10-19T18:12:14.753" v="947" actId="1076"/>
          <ac:spMkLst>
            <pc:docMk/>
            <pc:sldMk cId="2591676659" sldId="264"/>
            <ac:spMk id="6" creationId="{A44ED674-7596-5547-B04B-EC685C0FA36F}"/>
          </ac:spMkLst>
        </pc:spChg>
        <pc:picChg chg="add mod modCrop">
          <ac:chgData name="deer man" userId="5df8f941c66563e5" providerId="LiveId" clId="{D5483A8E-E20A-42B3-8710-4AD02E0C56EE}" dt="2026-10-19T16:38:53.974" v="593" actId="1076"/>
          <ac:picMkLst>
            <pc:docMk/>
            <pc:sldMk cId="2591676659" sldId="264"/>
            <ac:picMk id="3" creationId="{ECB1829C-E612-99B7-C585-CD081192AE48}"/>
          </ac:picMkLst>
        </pc:picChg>
        <pc:picChg chg="mod ord">
          <ac:chgData name="deer man" userId="5df8f941c66563e5" providerId="LiveId" clId="{D5483A8E-E20A-42B3-8710-4AD02E0C56EE}" dt="2026-10-19T16:10:28.599" v="554" actId="1076"/>
          <ac:picMkLst>
            <pc:docMk/>
            <pc:sldMk cId="2591676659" sldId="264"/>
            <ac:picMk id="4" creationId="{5124E859-E57D-5D6C-3339-485C63997F4A}"/>
          </ac:picMkLst>
        </pc:picChg>
        <pc:picChg chg="add mod">
          <ac:chgData name="deer man" userId="5df8f941c66563e5" providerId="LiveId" clId="{D5483A8E-E20A-42B3-8710-4AD02E0C56EE}" dt="2026-10-19T16:38:44.959" v="591" actId="14100"/>
          <ac:picMkLst>
            <pc:docMk/>
            <pc:sldMk cId="2591676659" sldId="264"/>
            <ac:picMk id="5" creationId="{4F00ABD7-201E-675D-2163-38BFE98729A0}"/>
          </ac:picMkLst>
        </pc:picChg>
        <pc:picChg chg="add mod">
          <ac:chgData name="deer man" userId="5df8f941c66563e5" providerId="LiveId" clId="{D5483A8E-E20A-42B3-8710-4AD02E0C56EE}" dt="2026-10-19T16:39:00.756" v="596" actId="1076"/>
          <ac:picMkLst>
            <pc:docMk/>
            <pc:sldMk cId="2591676659" sldId="264"/>
            <ac:picMk id="7" creationId="{5B82267B-ED40-8EF0-90D9-A7225387BFF1}"/>
          </ac:picMkLst>
        </pc:picChg>
        <pc:picChg chg="mod ord">
          <ac:chgData name="deer man" userId="5df8f941c66563e5" providerId="LiveId" clId="{D5483A8E-E20A-42B3-8710-4AD02E0C56EE}" dt="2026-10-19T17:00:43.666" v="640" actId="13244"/>
          <ac:picMkLst>
            <pc:docMk/>
            <pc:sldMk cId="2591676659" sldId="264"/>
            <ac:picMk id="8" creationId="{0630D1A1-C421-9D21-1D9A-96DBD2D51076}"/>
          </ac:picMkLst>
        </pc:picChg>
        <pc:picChg chg="mod ord">
          <ac:chgData name="deer man" userId="5df8f941c66563e5" providerId="LiveId" clId="{D5483A8E-E20A-42B3-8710-4AD02E0C56EE}" dt="2026-10-19T17:00:43.666" v="640" actId="13244"/>
          <ac:picMkLst>
            <pc:docMk/>
            <pc:sldMk cId="2591676659" sldId="264"/>
            <ac:picMk id="10" creationId="{F2CF0251-7EB7-8551-D4C8-60888187C9F5}"/>
          </ac:picMkLst>
        </pc:picChg>
        <pc:picChg chg="add mod modCrop">
          <ac:chgData name="deer man" userId="5df8f941c66563e5" providerId="LiveId" clId="{D5483A8E-E20A-42B3-8710-4AD02E0C56EE}" dt="2026-10-19T16:41:49.103" v="604" actId="1076"/>
          <ac:picMkLst>
            <pc:docMk/>
            <pc:sldMk cId="2591676659" sldId="264"/>
            <ac:picMk id="11" creationId="{D9F71470-B86E-B2B3-1009-200DAFA7DE21}"/>
          </ac:picMkLst>
        </pc:picChg>
        <pc:picChg chg="mod ord">
          <ac:chgData name="deer man" userId="5df8f941c66563e5" providerId="LiveId" clId="{D5483A8E-E20A-42B3-8710-4AD02E0C56EE}" dt="2026-10-19T17:00:43.666" v="640" actId="13244"/>
          <ac:picMkLst>
            <pc:docMk/>
            <pc:sldMk cId="2591676659" sldId="264"/>
            <ac:picMk id="12" creationId="{2FB2A885-4817-DB7C-5926-E686411F916A}"/>
          </ac:picMkLst>
        </pc:picChg>
        <pc:picChg chg="mod ord">
          <ac:chgData name="deer man" userId="5df8f941c66563e5" providerId="LiveId" clId="{D5483A8E-E20A-42B3-8710-4AD02E0C56EE}" dt="2026-10-19T17:00:43.666" v="640" actId="13244"/>
          <ac:picMkLst>
            <pc:docMk/>
            <pc:sldMk cId="2591676659" sldId="264"/>
            <ac:picMk id="14" creationId="{2F770601-0286-14FE-E548-C99E648218E5}"/>
          </ac:picMkLst>
        </pc:picChg>
        <pc:picChg chg="add mod">
          <ac:chgData name="deer man" userId="5df8f941c66563e5" providerId="LiveId" clId="{D5483A8E-E20A-42B3-8710-4AD02E0C56EE}" dt="2026-10-19T16:58:00.264" v="629" actId="14100"/>
          <ac:picMkLst>
            <pc:docMk/>
            <pc:sldMk cId="2591676659" sldId="264"/>
            <ac:picMk id="15" creationId="{620AA493-25E1-7295-8889-B8487860A104}"/>
          </ac:picMkLst>
        </pc:picChg>
        <pc:picChg chg="add mod">
          <ac:chgData name="deer man" userId="5df8f941c66563e5" providerId="LiveId" clId="{D5483A8E-E20A-42B3-8710-4AD02E0C56EE}" dt="2026-10-19T17:17:30.635" v="714" actId="1076"/>
          <ac:picMkLst>
            <pc:docMk/>
            <pc:sldMk cId="2591676659" sldId="264"/>
            <ac:picMk id="16" creationId="{E712D15F-78AA-D23D-C299-64DE300E9982}"/>
          </ac:picMkLst>
        </pc:picChg>
        <pc:picChg chg="add del mod">
          <ac:chgData name="deer man" userId="5df8f941c66563e5" providerId="LiveId" clId="{D5483A8E-E20A-42B3-8710-4AD02E0C56EE}" dt="2026-10-19T17:00:09.286" v="634" actId="478"/>
          <ac:picMkLst>
            <pc:docMk/>
            <pc:sldMk cId="2591676659" sldId="264"/>
            <ac:picMk id="18" creationId="{ABB091F0-5265-A816-4B0A-E51AAD70F990}"/>
          </ac:picMkLst>
        </pc:picChg>
        <pc:picChg chg="add mod">
          <ac:chgData name="deer man" userId="5df8f941c66563e5" providerId="LiveId" clId="{D5483A8E-E20A-42B3-8710-4AD02E0C56EE}" dt="2026-10-19T17:23:13.395" v="752" actId="14100"/>
          <ac:picMkLst>
            <pc:docMk/>
            <pc:sldMk cId="2591676659" sldId="264"/>
            <ac:picMk id="19" creationId="{B422C61A-4497-CD3C-D6F2-968D78C1A43C}"/>
          </ac:picMkLst>
        </pc:picChg>
        <pc:picChg chg="add del mod">
          <ac:chgData name="deer man" userId="5df8f941c66563e5" providerId="LiveId" clId="{D5483A8E-E20A-42B3-8710-4AD02E0C56EE}" dt="2026-10-19T17:10:13.604" v="650" actId="478"/>
          <ac:picMkLst>
            <pc:docMk/>
            <pc:sldMk cId="2591676659" sldId="264"/>
            <ac:picMk id="21" creationId="{A16DF75F-74A6-7B08-81B9-340595910D13}"/>
          </ac:picMkLst>
        </pc:picChg>
        <pc:picChg chg="add mod ord">
          <ac:chgData name="deer man" userId="5df8f941c66563e5" providerId="LiveId" clId="{D5483A8E-E20A-42B3-8710-4AD02E0C56EE}" dt="2026-10-19T17:21:27.997" v="740" actId="13244"/>
          <ac:picMkLst>
            <pc:docMk/>
            <pc:sldMk cId="2591676659" sldId="264"/>
            <ac:picMk id="23" creationId="{79AB05B3-8FF3-A8F1-1A67-FCA0F31D7BBF}"/>
          </ac:picMkLst>
        </pc:picChg>
        <pc:picChg chg="add mod ord">
          <ac:chgData name="deer man" userId="5df8f941c66563e5" providerId="LiveId" clId="{D5483A8E-E20A-42B3-8710-4AD02E0C56EE}" dt="2026-10-19T17:21:27.997" v="740" actId="13244"/>
          <ac:picMkLst>
            <pc:docMk/>
            <pc:sldMk cId="2591676659" sldId="264"/>
            <ac:picMk id="25" creationId="{A9A765D2-A7C1-3C13-EDD7-F6E3DE802F6C}"/>
          </ac:picMkLst>
        </pc:picChg>
        <pc:picChg chg="add del mod">
          <ac:chgData name="deer man" userId="5df8f941c66563e5" providerId="LiveId" clId="{D5483A8E-E20A-42B3-8710-4AD02E0C56EE}" dt="2026-10-19T17:21:46.347" v="741" actId="478"/>
          <ac:picMkLst>
            <pc:docMk/>
            <pc:sldMk cId="2591676659" sldId="264"/>
            <ac:picMk id="27" creationId="{CA64B5D5-DAD6-1504-8D3A-ED868BAD1AA7}"/>
          </ac:picMkLst>
        </pc:picChg>
        <pc:picChg chg="add mod">
          <ac:chgData name="deer man" userId="5df8f941c66563e5" providerId="LiveId" clId="{D5483A8E-E20A-42B3-8710-4AD02E0C56EE}" dt="2026-10-19T17:22:28.072" v="748" actId="1076"/>
          <ac:picMkLst>
            <pc:docMk/>
            <pc:sldMk cId="2591676659" sldId="264"/>
            <ac:picMk id="29" creationId="{EC421EE8-FBB6-BCC4-A9B6-D6FCB5168FFD}"/>
          </ac:picMkLst>
        </pc:picChg>
      </pc:sldChg>
      <pc:sldChg chg="addSp delSp modSp add mod ord">
        <pc:chgData name="deer man" userId="5df8f941c66563e5" providerId="LiveId" clId="{D5483A8E-E20A-42B3-8710-4AD02E0C56EE}" dt="2026-10-19T18:16:47.903" v="973" actId="13244"/>
        <pc:sldMkLst>
          <pc:docMk/>
          <pc:sldMk cId="3939949744" sldId="265"/>
        </pc:sldMkLst>
        <pc:picChg chg="del mod">
          <ac:chgData name="deer man" userId="5df8f941c66563e5" providerId="LiveId" clId="{D5483A8E-E20A-42B3-8710-4AD02E0C56EE}" dt="2026-10-19T17:23:58.425" v="758" actId="478"/>
          <ac:picMkLst>
            <pc:docMk/>
            <pc:sldMk cId="3939949744" sldId="265"/>
            <ac:picMk id="3" creationId="{A2FB4056-F018-139F-CE1E-B3A3112EAC09}"/>
          </ac:picMkLst>
        </pc:picChg>
        <pc:picChg chg="add del mod">
          <ac:chgData name="deer man" userId="5df8f941c66563e5" providerId="LiveId" clId="{D5483A8E-E20A-42B3-8710-4AD02E0C56EE}" dt="2026-10-19T18:05:50.868" v="865" actId="931"/>
          <ac:picMkLst>
            <pc:docMk/>
            <pc:sldMk cId="3939949744" sldId="265"/>
            <ac:picMk id="3" creationId="{F37332B1-9A57-4B0E-36D7-FAB773E2CFBE}"/>
          </ac:picMkLst>
        </pc:picChg>
        <pc:picChg chg="del">
          <ac:chgData name="deer man" userId="5df8f941c66563e5" providerId="LiveId" clId="{D5483A8E-E20A-42B3-8710-4AD02E0C56EE}" dt="2026-10-19T17:18:19.399" v="719" actId="478"/>
          <ac:picMkLst>
            <pc:docMk/>
            <pc:sldMk cId="3939949744" sldId="265"/>
            <ac:picMk id="4" creationId="{49EA1574-58E4-AB9D-2F98-12174EA92586}"/>
          </ac:picMkLst>
        </pc:picChg>
        <pc:picChg chg="add del mod">
          <ac:chgData name="deer man" userId="5df8f941c66563e5" providerId="LiveId" clId="{D5483A8E-E20A-42B3-8710-4AD02E0C56EE}" dt="2026-10-19T18:06:00.317" v="867" actId="478"/>
          <ac:picMkLst>
            <pc:docMk/>
            <pc:sldMk cId="3939949744" sldId="265"/>
            <ac:picMk id="5" creationId="{587FEA13-EC45-D300-7C1D-3808C403B4B3}"/>
          </ac:picMkLst>
        </pc:picChg>
        <pc:picChg chg="del mod">
          <ac:chgData name="deer man" userId="5df8f941c66563e5" providerId="LiveId" clId="{D5483A8E-E20A-42B3-8710-4AD02E0C56EE}" dt="2026-10-19T17:23:58.425" v="758" actId="478"/>
          <ac:picMkLst>
            <pc:docMk/>
            <pc:sldMk cId="3939949744" sldId="265"/>
            <ac:picMk id="5" creationId="{B037D912-CFFE-C9AF-103B-5D438ACE27A8}"/>
          </ac:picMkLst>
        </pc:picChg>
        <pc:picChg chg="add del mod ord">
          <ac:chgData name="deer man" userId="5df8f941c66563e5" providerId="LiveId" clId="{D5483A8E-E20A-42B3-8710-4AD02E0C56EE}" dt="2026-10-19T18:14:24.384" v="949" actId="478"/>
          <ac:picMkLst>
            <pc:docMk/>
            <pc:sldMk cId="3939949744" sldId="265"/>
            <ac:picMk id="6" creationId="{E6D9C415-3374-6F0E-F860-20E9032BD8B6}"/>
          </ac:picMkLst>
        </pc:picChg>
        <pc:picChg chg="del mod">
          <ac:chgData name="deer man" userId="5df8f941c66563e5" providerId="LiveId" clId="{D5483A8E-E20A-42B3-8710-4AD02E0C56EE}" dt="2026-10-19T17:23:58.425" v="758" actId="478"/>
          <ac:picMkLst>
            <pc:docMk/>
            <pc:sldMk cId="3939949744" sldId="265"/>
            <ac:picMk id="7" creationId="{8F694A00-1394-7B57-90AC-E3500B713C01}"/>
          </ac:picMkLst>
        </pc:picChg>
        <pc:picChg chg="add mod ord">
          <ac:chgData name="deer man" userId="5df8f941c66563e5" providerId="LiveId" clId="{D5483A8E-E20A-42B3-8710-4AD02E0C56EE}" dt="2026-10-19T18:16:42.565" v="972" actId="13244"/>
          <ac:picMkLst>
            <pc:docMk/>
            <pc:sldMk cId="3939949744" sldId="265"/>
            <ac:picMk id="9" creationId="{47EDDB57-58A5-795A-2D75-02425A109AAC}"/>
          </ac:picMkLst>
        </pc:picChg>
        <pc:picChg chg="del mod">
          <ac:chgData name="deer man" userId="5df8f941c66563e5" providerId="LiveId" clId="{D5483A8E-E20A-42B3-8710-4AD02E0C56EE}" dt="2026-10-19T17:23:58.425" v="758" actId="478"/>
          <ac:picMkLst>
            <pc:docMk/>
            <pc:sldMk cId="3939949744" sldId="265"/>
            <ac:picMk id="11" creationId="{39F0C82F-AE2F-E023-4B86-6AB98ABD8772}"/>
          </ac:picMkLst>
        </pc:picChg>
        <pc:picChg chg="add del mod ord">
          <ac:chgData name="deer man" userId="5df8f941c66563e5" providerId="LiveId" clId="{D5483A8E-E20A-42B3-8710-4AD02E0C56EE}" dt="2026-10-19T18:14:24.384" v="949" actId="478"/>
          <ac:picMkLst>
            <pc:docMk/>
            <pc:sldMk cId="3939949744" sldId="265"/>
            <ac:picMk id="13" creationId="{D4D1FAA2-5219-A985-3E0F-488C018AFCBC}"/>
          </ac:picMkLst>
        </pc:picChg>
        <pc:picChg chg="del mod">
          <ac:chgData name="deer man" userId="5df8f941c66563e5" providerId="LiveId" clId="{D5483A8E-E20A-42B3-8710-4AD02E0C56EE}" dt="2026-10-19T17:23:58.425" v="758" actId="478"/>
          <ac:picMkLst>
            <pc:docMk/>
            <pc:sldMk cId="3939949744" sldId="265"/>
            <ac:picMk id="15" creationId="{8FB8EE34-DD45-BE91-4071-1685EE9B32CA}"/>
          </ac:picMkLst>
        </pc:picChg>
        <pc:picChg chg="add mod ord">
          <ac:chgData name="deer man" userId="5df8f941c66563e5" providerId="LiveId" clId="{D5483A8E-E20A-42B3-8710-4AD02E0C56EE}" dt="2026-10-19T18:16:47.903" v="973" actId="13244"/>
          <ac:picMkLst>
            <pc:docMk/>
            <pc:sldMk cId="3939949744" sldId="265"/>
            <ac:picMk id="15" creationId="{A2100902-9365-A157-BCCB-EA6ADC765E35}"/>
          </ac:picMkLst>
        </pc:picChg>
        <pc:picChg chg="del mod">
          <ac:chgData name="deer man" userId="5df8f941c66563e5" providerId="LiveId" clId="{D5483A8E-E20A-42B3-8710-4AD02E0C56EE}" dt="2026-10-19T17:23:58.425" v="758" actId="478"/>
          <ac:picMkLst>
            <pc:docMk/>
            <pc:sldMk cId="3939949744" sldId="265"/>
            <ac:picMk id="16" creationId="{2E67ABFF-0B52-711C-05AA-193769321268}"/>
          </ac:picMkLst>
        </pc:picChg>
        <pc:picChg chg="add del mod ord">
          <ac:chgData name="deer man" userId="5df8f941c66563e5" providerId="LiveId" clId="{D5483A8E-E20A-42B3-8710-4AD02E0C56EE}" dt="2026-10-19T18:14:24.384" v="949" actId="478"/>
          <ac:picMkLst>
            <pc:docMk/>
            <pc:sldMk cId="3939949744" sldId="265"/>
            <ac:picMk id="18" creationId="{3B995438-A081-EE42-62D8-0E0EFDC0C95E}"/>
          </ac:picMkLst>
        </pc:picChg>
        <pc:picChg chg="del mod">
          <ac:chgData name="deer man" userId="5df8f941c66563e5" providerId="LiveId" clId="{D5483A8E-E20A-42B3-8710-4AD02E0C56EE}" dt="2026-10-19T17:23:58.425" v="758" actId="478"/>
          <ac:picMkLst>
            <pc:docMk/>
            <pc:sldMk cId="3939949744" sldId="265"/>
            <ac:picMk id="19" creationId="{3667D989-3C01-82D9-ED58-C4DBEC4A5DAE}"/>
          </ac:picMkLst>
        </pc:picChg>
        <pc:picChg chg="add del mod ord">
          <ac:chgData name="deer man" userId="5df8f941c66563e5" providerId="LiveId" clId="{D5483A8E-E20A-42B3-8710-4AD02E0C56EE}" dt="2026-10-19T18:14:24.384" v="949" actId="478"/>
          <ac:picMkLst>
            <pc:docMk/>
            <pc:sldMk cId="3939949744" sldId="265"/>
            <ac:picMk id="21" creationId="{37C93E9F-1275-6F24-A7A9-3FD49802F17B}"/>
          </ac:picMkLst>
        </pc:picChg>
        <pc:picChg chg="add del mod ord modCrop">
          <ac:chgData name="deer man" userId="5df8f941c66563e5" providerId="LiveId" clId="{D5483A8E-E20A-42B3-8710-4AD02E0C56EE}" dt="2026-10-19T18:14:24.384" v="949" actId="478"/>
          <ac:picMkLst>
            <pc:docMk/>
            <pc:sldMk cId="3939949744" sldId="265"/>
            <ac:picMk id="22" creationId="{8120D3E9-DEA1-EB51-D761-05C8142C7BEF}"/>
          </ac:picMkLst>
        </pc:picChg>
        <pc:picChg chg="del mod ord">
          <ac:chgData name="deer man" userId="5df8f941c66563e5" providerId="LiveId" clId="{D5483A8E-E20A-42B3-8710-4AD02E0C56EE}" dt="2026-10-19T17:23:58.425" v="758" actId="478"/>
          <ac:picMkLst>
            <pc:docMk/>
            <pc:sldMk cId="3939949744" sldId="265"/>
            <ac:picMk id="23" creationId="{BD84EDA0-EAFC-6506-932C-0F7F3A7F7B1C}"/>
          </ac:picMkLst>
        </pc:picChg>
        <pc:picChg chg="add del mod">
          <ac:chgData name="deer man" userId="5df8f941c66563e5" providerId="LiveId" clId="{D5483A8E-E20A-42B3-8710-4AD02E0C56EE}" dt="2026-10-19T18:05:32.065" v="861" actId="478"/>
          <ac:picMkLst>
            <pc:docMk/>
            <pc:sldMk cId="3939949744" sldId="265"/>
            <ac:picMk id="24" creationId="{E9C3FA5B-C48B-C5E9-5C3F-F437BE158736}"/>
          </ac:picMkLst>
        </pc:picChg>
        <pc:picChg chg="del mod ord">
          <ac:chgData name="deer man" userId="5df8f941c66563e5" providerId="LiveId" clId="{D5483A8E-E20A-42B3-8710-4AD02E0C56EE}" dt="2026-10-19T17:23:58.425" v="758" actId="478"/>
          <ac:picMkLst>
            <pc:docMk/>
            <pc:sldMk cId="3939949744" sldId="265"/>
            <ac:picMk id="25" creationId="{12AFF9C1-8ADE-7B01-E91C-15715565022D}"/>
          </ac:picMkLst>
        </pc:picChg>
      </pc:sldChg>
      <pc:sldChg chg="new del">
        <pc:chgData name="deer man" userId="5df8f941c66563e5" providerId="LiveId" clId="{D5483A8E-E20A-42B3-8710-4AD02E0C56EE}" dt="2026-10-19T17:19:58.429" v="728" actId="680"/>
        <pc:sldMkLst>
          <pc:docMk/>
          <pc:sldMk cId="2285644809" sldId="266"/>
        </pc:sldMkLst>
      </pc:sldChg>
      <pc:sldChg chg="addSp delSp modSp add mod ord">
        <pc:chgData name="deer man" userId="5df8f941c66563e5" providerId="LiveId" clId="{D5483A8E-E20A-42B3-8710-4AD02E0C56EE}" dt="2026-10-19T18:10:14.294" v="907" actId="1076"/>
        <pc:sldMkLst>
          <pc:docMk/>
          <pc:sldMk cId="2444592729" sldId="266"/>
        </pc:sldMkLst>
        <pc:picChg chg="del mod">
          <ac:chgData name="deer man" userId="5df8f941c66563e5" providerId="LiveId" clId="{D5483A8E-E20A-42B3-8710-4AD02E0C56EE}" dt="2026-10-19T17:21:47.939" v="742" actId="478"/>
          <ac:picMkLst>
            <pc:docMk/>
            <pc:sldMk cId="2444592729" sldId="266"/>
            <ac:picMk id="3" creationId="{37FC51FC-FBBC-0851-FEEE-2A12FAB07EDD}"/>
          </ac:picMkLst>
        </pc:picChg>
        <pc:picChg chg="add mod ord">
          <ac:chgData name="deer man" userId="5df8f941c66563e5" providerId="LiveId" clId="{D5483A8E-E20A-42B3-8710-4AD02E0C56EE}" dt="2026-10-19T17:21:16.521" v="739" actId="13244"/>
          <ac:picMkLst>
            <pc:docMk/>
            <pc:sldMk cId="2444592729" sldId="266"/>
            <ac:picMk id="4" creationId="{71E0B3A5-1270-048E-F174-3717C878AEF5}"/>
          </ac:picMkLst>
        </pc:picChg>
        <pc:picChg chg="del">
          <ac:chgData name="deer man" userId="5df8f941c66563e5" providerId="LiveId" clId="{D5483A8E-E20A-42B3-8710-4AD02E0C56EE}" dt="2026-10-19T17:20:08.674" v="732" actId="478"/>
          <ac:picMkLst>
            <pc:docMk/>
            <pc:sldMk cId="2444592729" sldId="266"/>
            <ac:picMk id="5" creationId="{E4C384E0-0B09-BF2A-158C-020F85C46ECC}"/>
          </ac:picMkLst>
        </pc:picChg>
        <pc:picChg chg="add mod ord">
          <ac:chgData name="deer man" userId="5df8f941c66563e5" providerId="LiveId" clId="{D5483A8E-E20A-42B3-8710-4AD02E0C56EE}" dt="2026-10-19T17:21:16.521" v="739" actId="13244"/>
          <ac:picMkLst>
            <pc:docMk/>
            <pc:sldMk cId="2444592729" sldId="266"/>
            <ac:picMk id="7" creationId="{338897AF-F956-B2C0-8FD6-05B4EAA7EBE5}"/>
          </ac:picMkLst>
        </pc:picChg>
        <pc:picChg chg="add mod ord">
          <ac:chgData name="deer man" userId="5df8f941c66563e5" providerId="LiveId" clId="{D5483A8E-E20A-42B3-8710-4AD02E0C56EE}" dt="2026-10-19T17:21:16.521" v="739" actId="13244"/>
          <ac:picMkLst>
            <pc:docMk/>
            <pc:sldMk cId="2444592729" sldId="266"/>
            <ac:picMk id="11" creationId="{6DA346B5-7814-1128-DF4E-BBDF584EDB44}"/>
          </ac:picMkLst>
        </pc:picChg>
        <pc:picChg chg="add mod ord">
          <ac:chgData name="deer man" userId="5df8f941c66563e5" providerId="LiveId" clId="{D5483A8E-E20A-42B3-8710-4AD02E0C56EE}" dt="2026-10-19T17:21:16.521" v="739" actId="13244"/>
          <ac:picMkLst>
            <pc:docMk/>
            <pc:sldMk cId="2444592729" sldId="266"/>
            <ac:picMk id="15" creationId="{3A72E468-941D-8A72-AC10-05B8841CB121}"/>
          </ac:picMkLst>
        </pc:picChg>
        <pc:picChg chg="add mod ord">
          <ac:chgData name="deer man" userId="5df8f941c66563e5" providerId="LiveId" clId="{D5483A8E-E20A-42B3-8710-4AD02E0C56EE}" dt="2026-10-19T17:21:16.521" v="739" actId="13244"/>
          <ac:picMkLst>
            <pc:docMk/>
            <pc:sldMk cId="2444592729" sldId="266"/>
            <ac:picMk id="17" creationId="{9911CD26-5C75-5EED-07EC-B743BBF33C30}"/>
          </ac:picMkLst>
        </pc:picChg>
        <pc:picChg chg="add mod ord">
          <ac:chgData name="deer man" userId="5df8f941c66563e5" providerId="LiveId" clId="{D5483A8E-E20A-42B3-8710-4AD02E0C56EE}" dt="2026-10-19T17:21:16.521" v="739" actId="13244"/>
          <ac:picMkLst>
            <pc:docMk/>
            <pc:sldMk cId="2444592729" sldId="266"/>
            <ac:picMk id="19" creationId="{80149DA7-3C18-2591-1827-F324941073BA}"/>
          </ac:picMkLst>
        </pc:picChg>
        <pc:picChg chg="add mod ord">
          <ac:chgData name="deer man" userId="5df8f941c66563e5" providerId="LiveId" clId="{D5483A8E-E20A-42B3-8710-4AD02E0C56EE}" dt="2026-10-19T17:23:41.274" v="757" actId="14100"/>
          <ac:picMkLst>
            <pc:docMk/>
            <pc:sldMk cId="2444592729" sldId="266"/>
            <ac:picMk id="21" creationId="{CCDAF0E7-0E5F-97EE-B48A-09C72EDCA8CF}"/>
          </ac:picMkLst>
        </pc:picChg>
        <pc:picChg chg="add mod ord">
          <ac:chgData name="deer man" userId="5df8f941c66563e5" providerId="LiveId" clId="{D5483A8E-E20A-42B3-8710-4AD02E0C56EE}" dt="2026-10-19T17:21:16.521" v="739" actId="13244"/>
          <ac:picMkLst>
            <pc:docMk/>
            <pc:sldMk cId="2444592729" sldId="266"/>
            <ac:picMk id="23" creationId="{E29ED6E8-7B0D-B7FC-1D1B-39195A6A1599}"/>
          </ac:picMkLst>
        </pc:picChg>
        <pc:picChg chg="add mod ord">
          <ac:chgData name="deer man" userId="5df8f941c66563e5" providerId="LiveId" clId="{D5483A8E-E20A-42B3-8710-4AD02E0C56EE}" dt="2026-10-19T17:21:16.521" v="739" actId="13244"/>
          <ac:picMkLst>
            <pc:docMk/>
            <pc:sldMk cId="2444592729" sldId="266"/>
            <ac:picMk id="25" creationId="{886BAA71-7854-5C5F-2354-755961750276}"/>
          </ac:picMkLst>
        </pc:picChg>
        <pc:picChg chg="add mod">
          <ac:chgData name="deer man" userId="5df8f941c66563e5" providerId="LiveId" clId="{D5483A8E-E20A-42B3-8710-4AD02E0C56EE}" dt="2026-10-19T18:10:14.294" v="907" actId="1076"/>
          <ac:picMkLst>
            <pc:docMk/>
            <pc:sldMk cId="2444592729" sldId="266"/>
            <ac:picMk id="27" creationId="{D779BAA3-84A7-1975-539A-F329CB670B60}"/>
          </ac:picMkLst>
        </pc:picChg>
      </pc:sldChg>
      <pc:sldChg chg="addSp delSp modSp add mod">
        <pc:chgData name="deer man" userId="5df8f941c66563e5" providerId="LiveId" clId="{D5483A8E-E20A-42B3-8710-4AD02E0C56EE}" dt="2026-10-19T17:58:59.778" v="848" actId="1076"/>
        <pc:sldMkLst>
          <pc:docMk/>
          <pc:sldMk cId="753441347" sldId="267"/>
        </pc:sldMkLst>
        <pc:picChg chg="add mod">
          <ac:chgData name="deer man" userId="5df8f941c66563e5" providerId="LiveId" clId="{D5483A8E-E20A-42B3-8710-4AD02E0C56EE}" dt="2026-10-19T17:55:00.252" v="815" actId="1076"/>
          <ac:picMkLst>
            <pc:docMk/>
            <pc:sldMk cId="753441347" sldId="267"/>
            <ac:picMk id="3" creationId="{8299478A-8D68-C769-9F9E-B81397F22313}"/>
          </ac:picMkLst>
        </pc:picChg>
        <pc:picChg chg="add del mod">
          <ac:chgData name="deer man" userId="5df8f941c66563e5" providerId="LiveId" clId="{D5483A8E-E20A-42B3-8710-4AD02E0C56EE}" dt="2026-10-19T17:58:12.494" v="837" actId="478"/>
          <ac:picMkLst>
            <pc:docMk/>
            <pc:sldMk cId="753441347" sldId="267"/>
            <ac:picMk id="5" creationId="{FE69DBCD-F0F1-EAD2-D63A-1DB75C78C0AA}"/>
          </ac:picMkLst>
        </pc:picChg>
        <pc:picChg chg="mod">
          <ac:chgData name="deer man" userId="5df8f941c66563e5" providerId="LiveId" clId="{D5483A8E-E20A-42B3-8710-4AD02E0C56EE}" dt="2026-10-19T17:53:01.580" v="810" actId="1076"/>
          <ac:picMkLst>
            <pc:docMk/>
            <pc:sldMk cId="753441347" sldId="267"/>
            <ac:picMk id="6" creationId="{89CD3435-06FC-3037-3953-42749B70462D}"/>
          </ac:picMkLst>
        </pc:picChg>
        <pc:picChg chg="add mod">
          <ac:chgData name="deer man" userId="5df8f941c66563e5" providerId="LiveId" clId="{D5483A8E-E20A-42B3-8710-4AD02E0C56EE}" dt="2026-10-19T17:58:59.778" v="848" actId="1076"/>
          <ac:picMkLst>
            <pc:docMk/>
            <pc:sldMk cId="753441347" sldId="267"/>
            <ac:picMk id="9" creationId="{B0EB787B-9126-FB7A-0F20-8CFE83612C08}"/>
          </ac:picMkLst>
        </pc:picChg>
        <pc:picChg chg="mod">
          <ac:chgData name="deer man" userId="5df8f941c66563e5" providerId="LiveId" clId="{D5483A8E-E20A-42B3-8710-4AD02E0C56EE}" dt="2026-10-19T17:53:01.580" v="810" actId="1076"/>
          <ac:picMkLst>
            <pc:docMk/>
            <pc:sldMk cId="753441347" sldId="267"/>
            <ac:picMk id="13" creationId="{840441E4-3020-057F-8668-D0C8DECEEBE9}"/>
          </ac:picMkLst>
        </pc:picChg>
        <pc:picChg chg="mod">
          <ac:chgData name="deer man" userId="5df8f941c66563e5" providerId="LiveId" clId="{D5483A8E-E20A-42B3-8710-4AD02E0C56EE}" dt="2026-10-19T17:53:01.580" v="810" actId="1076"/>
          <ac:picMkLst>
            <pc:docMk/>
            <pc:sldMk cId="753441347" sldId="267"/>
            <ac:picMk id="18" creationId="{0D61C4E8-37FD-A2CB-151A-9845260EE1C9}"/>
          </ac:picMkLst>
        </pc:picChg>
        <pc:picChg chg="mod">
          <ac:chgData name="deer man" userId="5df8f941c66563e5" providerId="LiveId" clId="{D5483A8E-E20A-42B3-8710-4AD02E0C56EE}" dt="2026-10-19T17:53:01.580" v="810" actId="1076"/>
          <ac:picMkLst>
            <pc:docMk/>
            <pc:sldMk cId="753441347" sldId="267"/>
            <ac:picMk id="21" creationId="{A9D3DB63-78AD-0FE5-95D5-9959E277F691}"/>
          </ac:picMkLst>
        </pc:picChg>
        <pc:picChg chg="mod">
          <ac:chgData name="deer man" userId="5df8f941c66563e5" providerId="LiveId" clId="{D5483A8E-E20A-42B3-8710-4AD02E0C56EE}" dt="2026-10-19T17:53:01.580" v="810" actId="1076"/>
          <ac:picMkLst>
            <pc:docMk/>
            <pc:sldMk cId="753441347" sldId="267"/>
            <ac:picMk id="22" creationId="{1F186D4E-6615-8D14-1702-8C35E76E97D6}"/>
          </ac:picMkLst>
        </pc:picChg>
      </pc:sldChg>
      <pc:sldChg chg="modSp add del mod">
        <pc:chgData name="deer man" userId="5df8f941c66563e5" providerId="LiveId" clId="{D5483A8E-E20A-42B3-8710-4AD02E0C56EE}" dt="2026-10-19T17:52:09.908" v="802" actId="2890"/>
        <pc:sldMkLst>
          <pc:docMk/>
          <pc:sldMk cId="3909718310" sldId="267"/>
        </pc:sldMkLst>
        <pc:picChg chg="mod">
          <ac:chgData name="deer man" userId="5df8f941c66563e5" providerId="LiveId" clId="{D5483A8E-E20A-42B3-8710-4AD02E0C56EE}" dt="2026-10-19T17:52:09.071" v="801" actId="14100"/>
          <ac:picMkLst>
            <pc:docMk/>
            <pc:sldMk cId="3909718310" sldId="267"/>
            <ac:picMk id="6" creationId="{030DDE15-76A8-04A4-2BEE-AC41E1363EFD}"/>
          </ac:picMkLst>
        </pc:picChg>
        <pc:picChg chg="mod">
          <ac:chgData name="deer man" userId="5df8f941c66563e5" providerId="LiveId" clId="{D5483A8E-E20A-42B3-8710-4AD02E0C56EE}" dt="2026-10-19T17:52:09.071" v="801" actId="14100"/>
          <ac:picMkLst>
            <pc:docMk/>
            <pc:sldMk cId="3909718310" sldId="267"/>
            <ac:picMk id="13" creationId="{EB4260B8-7EDE-ED04-D01D-DDB29041A9DF}"/>
          </ac:picMkLst>
        </pc:picChg>
        <pc:picChg chg="mod">
          <ac:chgData name="deer man" userId="5df8f941c66563e5" providerId="LiveId" clId="{D5483A8E-E20A-42B3-8710-4AD02E0C56EE}" dt="2026-10-19T17:52:09.071" v="801" actId="14100"/>
          <ac:picMkLst>
            <pc:docMk/>
            <pc:sldMk cId="3909718310" sldId="267"/>
            <ac:picMk id="18" creationId="{D10CA10F-335B-0223-5B32-7F4D8F53766A}"/>
          </ac:picMkLst>
        </pc:picChg>
        <pc:picChg chg="mod">
          <ac:chgData name="deer man" userId="5df8f941c66563e5" providerId="LiveId" clId="{D5483A8E-E20A-42B3-8710-4AD02E0C56EE}" dt="2026-10-19T17:52:09.071" v="801" actId="14100"/>
          <ac:picMkLst>
            <pc:docMk/>
            <pc:sldMk cId="3909718310" sldId="267"/>
            <ac:picMk id="21" creationId="{15D820AA-7893-480D-3639-8611551BCFA6}"/>
          </ac:picMkLst>
        </pc:picChg>
        <pc:picChg chg="mod">
          <ac:chgData name="deer man" userId="5df8f941c66563e5" providerId="LiveId" clId="{D5483A8E-E20A-42B3-8710-4AD02E0C56EE}" dt="2026-10-19T17:52:09.071" v="801" actId="14100"/>
          <ac:picMkLst>
            <pc:docMk/>
            <pc:sldMk cId="3909718310" sldId="267"/>
            <ac:picMk id="22" creationId="{E8B91CDE-0A9C-E4EB-39ED-C5B8E33BD013}"/>
          </ac:picMkLst>
        </pc:picChg>
      </pc:sldChg>
      <pc:sldChg chg="addSp delSp modSp add mod ord">
        <pc:chgData name="deer man" userId="5df8f941c66563e5" providerId="LiveId" clId="{D5483A8E-E20A-42B3-8710-4AD02E0C56EE}" dt="2026-10-19T18:17:42.034" v="976" actId="13244"/>
        <pc:sldMkLst>
          <pc:docMk/>
          <pc:sldMk cId="3255997367" sldId="268"/>
        </pc:sldMkLst>
        <pc:spChg chg="add mod ord">
          <ac:chgData name="deer man" userId="5df8f941c66563e5" providerId="LiveId" clId="{D5483A8E-E20A-42B3-8710-4AD02E0C56EE}" dt="2026-10-19T18:16:57.252" v="975" actId="13244"/>
          <ac:spMkLst>
            <pc:docMk/>
            <pc:sldMk cId="3255997367" sldId="268"/>
            <ac:spMk id="5" creationId="{6FE4CCBA-631E-2710-1A8E-4A6A929DD91D}"/>
          </ac:spMkLst>
        </pc:spChg>
        <pc:spChg chg="add del mod">
          <ac:chgData name="deer man" userId="5df8f941c66563e5" providerId="LiveId" clId="{D5483A8E-E20A-42B3-8710-4AD02E0C56EE}" dt="2026-10-19T18:10:47.459" v="935" actId="478"/>
          <ac:spMkLst>
            <pc:docMk/>
            <pc:sldMk cId="3255997367" sldId="268"/>
            <ac:spMk id="9" creationId="{2CCFC3D9-E2B3-E7E3-19F6-88E2C6F93CBA}"/>
          </ac:spMkLst>
        </pc:spChg>
        <pc:picChg chg="add">
          <ac:chgData name="deer man" userId="5df8f941c66563e5" providerId="LiveId" clId="{D5483A8E-E20A-42B3-8710-4AD02E0C56EE}" dt="2026-10-19T17:56:10.874" v="822" actId="22"/>
          <ac:picMkLst>
            <pc:docMk/>
            <pc:sldMk cId="3255997367" sldId="268"/>
            <ac:picMk id="3" creationId="{55CCC768-BF8C-BF43-094B-12D3110B0C61}"/>
          </ac:picMkLst>
        </pc:picChg>
        <pc:picChg chg="add mod">
          <ac:chgData name="deer man" userId="5df8f941c66563e5" providerId="LiveId" clId="{D5483A8E-E20A-42B3-8710-4AD02E0C56EE}" dt="2026-10-19T18:07:50.742" v="878" actId="1076"/>
          <ac:picMkLst>
            <pc:docMk/>
            <pc:sldMk cId="3255997367" sldId="268"/>
            <ac:picMk id="4" creationId="{3A444640-2C14-B569-0CDE-7DD89D66A771}"/>
          </ac:picMkLst>
        </pc:picChg>
        <pc:picChg chg="del">
          <ac:chgData name="deer man" userId="5df8f941c66563e5" providerId="LiveId" clId="{D5483A8E-E20A-42B3-8710-4AD02E0C56EE}" dt="2026-10-19T17:56:07.303" v="821" actId="478"/>
          <ac:picMkLst>
            <pc:docMk/>
            <pc:sldMk cId="3255997367" sldId="268"/>
            <ac:picMk id="4" creationId="{C458DDAE-6CC0-9212-C636-95F0CF755FA7}"/>
          </ac:picMkLst>
        </pc:picChg>
        <pc:picChg chg="add">
          <ac:chgData name="deer man" userId="5df8f941c66563e5" providerId="LiveId" clId="{D5483A8E-E20A-42B3-8710-4AD02E0C56EE}" dt="2026-10-19T17:56:10.874" v="822" actId="22"/>
          <ac:picMkLst>
            <pc:docMk/>
            <pc:sldMk cId="3255997367" sldId="268"/>
            <ac:picMk id="6" creationId="{B2EA5E37-4142-4139-0841-40281839CB92}"/>
          </ac:picMkLst>
        </pc:picChg>
        <pc:picChg chg="add del mod">
          <ac:chgData name="deer man" userId="5df8f941c66563e5" providerId="LiveId" clId="{D5483A8E-E20A-42B3-8710-4AD02E0C56EE}" dt="2026-10-19T18:10:47.459" v="935" actId="478"/>
          <ac:picMkLst>
            <pc:docMk/>
            <pc:sldMk cId="3255997367" sldId="268"/>
            <ac:picMk id="7" creationId="{48A01A30-4476-C25C-6A07-DCE1F2650D7A}"/>
          </ac:picMkLst>
        </pc:picChg>
        <pc:picChg chg="del">
          <ac:chgData name="deer man" userId="5df8f941c66563e5" providerId="LiveId" clId="{D5483A8E-E20A-42B3-8710-4AD02E0C56EE}" dt="2026-10-19T17:56:07.303" v="821" actId="478"/>
          <ac:picMkLst>
            <pc:docMk/>
            <pc:sldMk cId="3255997367" sldId="268"/>
            <ac:picMk id="7" creationId="{E0AC8090-2321-0EC7-42A2-7E9E903E304B}"/>
          </ac:picMkLst>
        </pc:picChg>
        <pc:picChg chg="ord">
          <ac:chgData name="deer man" userId="5df8f941c66563e5" providerId="LiveId" clId="{D5483A8E-E20A-42B3-8710-4AD02E0C56EE}" dt="2026-10-19T18:17:42.034" v="976" actId="13244"/>
          <ac:picMkLst>
            <pc:docMk/>
            <pc:sldMk cId="3255997367" sldId="268"/>
            <ac:picMk id="8" creationId="{F7612347-137B-BED3-51FC-510E48655B92}"/>
          </ac:picMkLst>
        </pc:picChg>
        <pc:picChg chg="ord">
          <ac:chgData name="deer man" userId="5df8f941c66563e5" providerId="LiveId" clId="{D5483A8E-E20A-42B3-8710-4AD02E0C56EE}" dt="2026-10-19T18:17:42.034" v="976" actId="13244"/>
          <ac:picMkLst>
            <pc:docMk/>
            <pc:sldMk cId="3255997367" sldId="268"/>
            <ac:picMk id="10" creationId="{1D5CEAA0-D8FB-106B-5E87-6150611733D4}"/>
          </ac:picMkLst>
        </pc:picChg>
        <pc:picChg chg="del">
          <ac:chgData name="deer man" userId="5df8f941c66563e5" providerId="LiveId" clId="{D5483A8E-E20A-42B3-8710-4AD02E0C56EE}" dt="2026-10-19T17:56:07.303" v="821" actId="478"/>
          <ac:picMkLst>
            <pc:docMk/>
            <pc:sldMk cId="3255997367" sldId="268"/>
            <ac:picMk id="11" creationId="{5C924138-262A-4AB7-CF01-3B5AF386C54A}"/>
          </ac:picMkLst>
        </pc:picChg>
        <pc:picChg chg="add mod">
          <ac:chgData name="deer man" userId="5df8f941c66563e5" providerId="LiveId" clId="{D5483A8E-E20A-42B3-8710-4AD02E0C56EE}" dt="2026-10-19T18:14:29.313" v="951" actId="571"/>
          <ac:picMkLst>
            <pc:docMk/>
            <pc:sldMk cId="3255997367" sldId="268"/>
            <ac:picMk id="11" creationId="{6C7C9A62-9DAB-763E-0946-F86960F3B42C}"/>
          </ac:picMkLst>
        </pc:picChg>
        <pc:picChg chg="mod ord">
          <ac:chgData name="deer man" userId="5df8f941c66563e5" providerId="LiveId" clId="{D5483A8E-E20A-42B3-8710-4AD02E0C56EE}" dt="2026-10-19T18:17:42.034" v="976" actId="13244"/>
          <ac:picMkLst>
            <pc:docMk/>
            <pc:sldMk cId="3255997367" sldId="268"/>
            <ac:picMk id="12" creationId="{94D24DDF-CFF4-45EB-080A-D54386970E53}"/>
          </ac:picMkLst>
        </pc:picChg>
        <pc:picChg chg="add">
          <ac:chgData name="deer man" userId="5df8f941c66563e5" providerId="LiveId" clId="{D5483A8E-E20A-42B3-8710-4AD02E0C56EE}" dt="2026-10-19T17:56:10.874" v="822" actId="22"/>
          <ac:picMkLst>
            <pc:docMk/>
            <pc:sldMk cId="3255997367" sldId="268"/>
            <ac:picMk id="13" creationId="{063761AD-8146-5C3A-D5C4-9210F22AA3FA}"/>
          </ac:picMkLst>
        </pc:picChg>
        <pc:picChg chg="ord">
          <ac:chgData name="deer man" userId="5df8f941c66563e5" providerId="LiveId" clId="{D5483A8E-E20A-42B3-8710-4AD02E0C56EE}" dt="2026-10-19T18:17:42.034" v="976" actId="13244"/>
          <ac:picMkLst>
            <pc:docMk/>
            <pc:sldMk cId="3255997367" sldId="268"/>
            <ac:picMk id="14" creationId="{A870A5A8-45EF-6DFC-DC04-ACCFF1D6E9F2}"/>
          </ac:picMkLst>
        </pc:picChg>
        <pc:picChg chg="del">
          <ac:chgData name="deer man" userId="5df8f941c66563e5" providerId="LiveId" clId="{D5483A8E-E20A-42B3-8710-4AD02E0C56EE}" dt="2026-10-19T17:56:07.303" v="821" actId="478"/>
          <ac:picMkLst>
            <pc:docMk/>
            <pc:sldMk cId="3255997367" sldId="268"/>
            <ac:picMk id="15" creationId="{7CF6BC94-0D31-02E0-A5BB-D5F4E32825FC}"/>
          </ac:picMkLst>
        </pc:picChg>
        <pc:picChg chg="del">
          <ac:chgData name="deer man" userId="5df8f941c66563e5" providerId="LiveId" clId="{D5483A8E-E20A-42B3-8710-4AD02E0C56EE}" dt="2026-10-19T17:56:07.303" v="821" actId="478"/>
          <ac:picMkLst>
            <pc:docMk/>
            <pc:sldMk cId="3255997367" sldId="268"/>
            <ac:picMk id="17" creationId="{2C3110D8-2930-826E-FB02-4765DC15A4C0}"/>
          </ac:picMkLst>
        </pc:picChg>
        <pc:picChg chg="add">
          <ac:chgData name="deer man" userId="5df8f941c66563e5" providerId="LiveId" clId="{D5483A8E-E20A-42B3-8710-4AD02E0C56EE}" dt="2026-10-19T17:56:10.874" v="822" actId="22"/>
          <ac:picMkLst>
            <pc:docMk/>
            <pc:sldMk cId="3255997367" sldId="268"/>
            <ac:picMk id="18" creationId="{225488D3-9097-7252-280B-F41B3BBE9B50}"/>
          </ac:picMkLst>
        </pc:picChg>
        <pc:picChg chg="del">
          <ac:chgData name="deer man" userId="5df8f941c66563e5" providerId="LiveId" clId="{D5483A8E-E20A-42B3-8710-4AD02E0C56EE}" dt="2026-10-19T17:56:07.303" v="821" actId="478"/>
          <ac:picMkLst>
            <pc:docMk/>
            <pc:sldMk cId="3255997367" sldId="268"/>
            <ac:picMk id="19" creationId="{1B5D33A3-A3B8-6150-FACB-3013A093F7D0}"/>
          </ac:picMkLst>
        </pc:picChg>
        <pc:picChg chg="del">
          <ac:chgData name="deer man" userId="5df8f941c66563e5" providerId="LiveId" clId="{D5483A8E-E20A-42B3-8710-4AD02E0C56EE}" dt="2026-10-19T17:56:07.303" v="821" actId="478"/>
          <ac:picMkLst>
            <pc:docMk/>
            <pc:sldMk cId="3255997367" sldId="268"/>
            <ac:picMk id="21" creationId="{80F616C8-507B-F1E3-1A43-B695E59E472C}"/>
          </ac:picMkLst>
        </pc:picChg>
        <pc:picChg chg="add">
          <ac:chgData name="deer man" userId="5df8f941c66563e5" providerId="LiveId" clId="{D5483A8E-E20A-42B3-8710-4AD02E0C56EE}" dt="2026-10-19T17:56:10.874" v="822" actId="22"/>
          <ac:picMkLst>
            <pc:docMk/>
            <pc:sldMk cId="3255997367" sldId="268"/>
            <ac:picMk id="22" creationId="{AABAAAEE-6E2D-F348-D478-9B8B1ACAF05B}"/>
          </ac:picMkLst>
        </pc:picChg>
        <pc:picChg chg="del">
          <ac:chgData name="deer man" userId="5df8f941c66563e5" providerId="LiveId" clId="{D5483A8E-E20A-42B3-8710-4AD02E0C56EE}" dt="2026-10-19T17:56:07.303" v="821" actId="478"/>
          <ac:picMkLst>
            <pc:docMk/>
            <pc:sldMk cId="3255997367" sldId="268"/>
            <ac:picMk id="23" creationId="{3A711055-EABA-6543-1B01-DAF77732657E}"/>
          </ac:picMkLst>
        </pc:picChg>
        <pc:picChg chg="del">
          <ac:chgData name="deer man" userId="5df8f941c66563e5" providerId="LiveId" clId="{D5483A8E-E20A-42B3-8710-4AD02E0C56EE}" dt="2026-10-19T17:56:07.303" v="821" actId="478"/>
          <ac:picMkLst>
            <pc:docMk/>
            <pc:sldMk cId="3255997367" sldId="268"/>
            <ac:picMk id="25" creationId="{FEAF4FFD-489D-B2C9-14E9-EE374A0AA96C}"/>
          </ac:picMkLst>
        </pc:picChg>
        <pc:picChg chg="add mod ord">
          <ac:chgData name="deer man" userId="5df8f941c66563e5" providerId="LiveId" clId="{D5483A8E-E20A-42B3-8710-4AD02E0C56EE}" dt="2026-10-19T18:16:51.883" v="974" actId="13244"/>
          <ac:picMkLst>
            <pc:docMk/>
            <pc:sldMk cId="3255997367" sldId="268"/>
            <ac:picMk id="26" creationId="{053B84E0-D458-A2E0-1D3D-7DF1AE0115A3}"/>
          </ac:picMkLst>
        </pc:picChg>
        <pc:picChg chg="del">
          <ac:chgData name="deer man" userId="5df8f941c66563e5" providerId="LiveId" clId="{D5483A8E-E20A-42B3-8710-4AD02E0C56EE}" dt="2026-10-19T17:58:15.994" v="838" actId="478"/>
          <ac:picMkLst>
            <pc:docMk/>
            <pc:sldMk cId="3255997367" sldId="268"/>
            <ac:picMk id="27" creationId="{9E6A0B26-025B-972C-A47D-97EC464732DC}"/>
          </ac:picMkLst>
        </pc:picChg>
      </pc:sldChg>
      <pc:sldChg chg="addSp delSp modSp add mod addAnim delAnim modAnim">
        <pc:chgData name="deer man" userId="5df8f941c66563e5" providerId="LiveId" clId="{D5483A8E-E20A-42B3-8710-4AD02E0C56EE}" dt="2026-10-19T18:33:33.014" v="1122"/>
        <pc:sldMkLst>
          <pc:docMk/>
          <pc:sldMk cId="3893997007" sldId="269"/>
        </pc:sldMkLst>
        <pc:picChg chg="add del">
          <ac:chgData name="deer man" userId="5df8f941c66563e5" providerId="LiveId" clId="{D5483A8E-E20A-42B3-8710-4AD02E0C56EE}" dt="2026-10-19T18:18:53.593" v="986" actId="22"/>
          <ac:picMkLst>
            <pc:docMk/>
            <pc:sldMk cId="3893997007" sldId="269"/>
            <ac:picMk id="3" creationId="{981D50DE-40D1-40E1-8633-B127EFA42BD1}"/>
          </ac:picMkLst>
        </pc:picChg>
        <pc:picChg chg="add del">
          <ac:chgData name="deer man" userId="5df8f941c66563e5" providerId="LiveId" clId="{D5483A8E-E20A-42B3-8710-4AD02E0C56EE}" dt="2026-10-19T18:18:53.362" v="985" actId="22"/>
          <ac:picMkLst>
            <pc:docMk/>
            <pc:sldMk cId="3893997007" sldId="269"/>
            <ac:picMk id="5" creationId="{D798AAA1-428C-2EF9-BA66-49649B59810A}"/>
          </ac:picMkLst>
        </pc:picChg>
        <pc:picChg chg="del">
          <ac:chgData name="deer man" userId="5df8f941c66563e5" providerId="LiveId" clId="{D5483A8E-E20A-42B3-8710-4AD02E0C56EE}" dt="2026-10-19T18:14:41.541" v="954" actId="478"/>
          <ac:picMkLst>
            <pc:docMk/>
            <pc:sldMk cId="3893997007" sldId="269"/>
            <ac:picMk id="6" creationId="{0E5F86C9-E74E-E94A-BF7F-0AD00C8B11DA}"/>
          </ac:picMkLst>
        </pc:picChg>
        <pc:picChg chg="mod ord">
          <ac:chgData name="deer man" userId="5df8f941c66563e5" providerId="LiveId" clId="{D5483A8E-E20A-42B3-8710-4AD02E0C56EE}" dt="2026-10-19T18:28:05.272" v="1089" actId="1076"/>
          <ac:picMkLst>
            <pc:docMk/>
            <pc:sldMk cId="3893997007" sldId="269"/>
            <ac:picMk id="8" creationId="{6D247714-DE4C-561C-2149-C3436D9C294A}"/>
          </ac:picMkLst>
        </pc:picChg>
        <pc:picChg chg="mod ord">
          <ac:chgData name="deer man" userId="5df8f941c66563e5" providerId="LiveId" clId="{D5483A8E-E20A-42B3-8710-4AD02E0C56EE}" dt="2026-10-19T18:18:09.031" v="977" actId="13244"/>
          <ac:picMkLst>
            <pc:docMk/>
            <pc:sldMk cId="3893997007" sldId="269"/>
            <ac:picMk id="9" creationId="{6E3240C0-F370-9902-BCF7-8851C8B75366}"/>
          </ac:picMkLst>
        </pc:picChg>
        <pc:picChg chg="mod">
          <ac:chgData name="deer man" userId="5df8f941c66563e5" providerId="LiveId" clId="{D5483A8E-E20A-42B3-8710-4AD02E0C56EE}" dt="2026-10-19T18:15:14.478" v="962" actId="688"/>
          <ac:picMkLst>
            <pc:docMk/>
            <pc:sldMk cId="3893997007" sldId="269"/>
            <ac:picMk id="10" creationId="{1694A9B7-CD13-A880-AC6C-D9DC26186CD9}"/>
          </ac:picMkLst>
        </pc:picChg>
        <pc:picChg chg="add del">
          <ac:chgData name="deer man" userId="5df8f941c66563e5" providerId="LiveId" clId="{D5483A8E-E20A-42B3-8710-4AD02E0C56EE}" dt="2026-10-19T18:18:53.125" v="984" actId="22"/>
          <ac:picMkLst>
            <pc:docMk/>
            <pc:sldMk cId="3893997007" sldId="269"/>
            <ac:picMk id="11" creationId="{BDB46080-BE71-E92E-B171-B1EC9D66FFE1}"/>
          </ac:picMkLst>
        </pc:picChg>
        <pc:picChg chg="mod">
          <ac:chgData name="deer man" userId="5df8f941c66563e5" providerId="LiveId" clId="{D5483A8E-E20A-42B3-8710-4AD02E0C56EE}" dt="2026-10-19T18:16:12.058" v="971" actId="688"/>
          <ac:picMkLst>
            <pc:docMk/>
            <pc:sldMk cId="3893997007" sldId="269"/>
            <ac:picMk id="12" creationId="{53CEBD9D-E0FA-AC0E-A98B-0A3A093D1379}"/>
          </ac:picMkLst>
        </pc:picChg>
        <pc:picChg chg="del">
          <ac:chgData name="deer man" userId="5df8f941c66563e5" providerId="LiveId" clId="{D5483A8E-E20A-42B3-8710-4AD02E0C56EE}" dt="2026-10-19T18:14:41.541" v="954" actId="478"/>
          <ac:picMkLst>
            <pc:docMk/>
            <pc:sldMk cId="3893997007" sldId="269"/>
            <ac:picMk id="13" creationId="{617D952C-B7C5-264F-AB7A-E555CB7B9EFD}"/>
          </ac:picMkLst>
        </pc:picChg>
        <pc:picChg chg="mod">
          <ac:chgData name="deer man" userId="5df8f941c66563e5" providerId="LiveId" clId="{D5483A8E-E20A-42B3-8710-4AD02E0C56EE}" dt="2026-10-19T18:15:42.126" v="965" actId="1076"/>
          <ac:picMkLst>
            <pc:docMk/>
            <pc:sldMk cId="3893997007" sldId="269"/>
            <ac:picMk id="14" creationId="{5D78DC3D-792F-D8A7-BDBF-610879535984}"/>
          </ac:picMkLst>
        </pc:picChg>
        <pc:picChg chg="add del">
          <ac:chgData name="deer man" userId="5df8f941c66563e5" providerId="LiveId" clId="{D5483A8E-E20A-42B3-8710-4AD02E0C56EE}" dt="2026-10-19T18:18:52.890" v="983" actId="22"/>
          <ac:picMkLst>
            <pc:docMk/>
            <pc:sldMk cId="3893997007" sldId="269"/>
            <ac:picMk id="16" creationId="{7A0BA286-BBE9-4756-3EFF-CBE24B2ECD5E}"/>
          </ac:picMkLst>
        </pc:picChg>
        <pc:picChg chg="del">
          <ac:chgData name="deer man" userId="5df8f941c66563e5" providerId="LiveId" clId="{D5483A8E-E20A-42B3-8710-4AD02E0C56EE}" dt="2026-10-19T18:14:41.541" v="954" actId="478"/>
          <ac:picMkLst>
            <pc:docMk/>
            <pc:sldMk cId="3893997007" sldId="269"/>
            <ac:picMk id="18" creationId="{18E872BE-B128-F894-0087-5556B098294A}"/>
          </ac:picMkLst>
        </pc:picChg>
        <pc:picChg chg="add mod">
          <ac:chgData name="deer man" userId="5df8f941c66563e5" providerId="LiveId" clId="{D5483A8E-E20A-42B3-8710-4AD02E0C56EE}" dt="2026-10-19T18:18:58.192" v="988" actId="1076"/>
          <ac:picMkLst>
            <pc:docMk/>
            <pc:sldMk cId="3893997007" sldId="269"/>
            <ac:picMk id="19" creationId="{992520B3-BE95-B62C-D3F7-6FF031125CAF}"/>
          </ac:picMkLst>
        </pc:picChg>
        <pc:picChg chg="del">
          <ac:chgData name="deer man" userId="5df8f941c66563e5" providerId="LiveId" clId="{D5483A8E-E20A-42B3-8710-4AD02E0C56EE}" dt="2026-10-19T18:14:41.541" v="954" actId="478"/>
          <ac:picMkLst>
            <pc:docMk/>
            <pc:sldMk cId="3893997007" sldId="269"/>
            <ac:picMk id="21" creationId="{055261CE-F106-0D77-8F39-AA3ECEF95C94}"/>
          </ac:picMkLst>
        </pc:picChg>
        <pc:picChg chg="del">
          <ac:chgData name="deer man" userId="5df8f941c66563e5" providerId="LiveId" clId="{D5483A8E-E20A-42B3-8710-4AD02E0C56EE}" dt="2026-10-19T18:14:41.541" v="954" actId="478"/>
          <ac:picMkLst>
            <pc:docMk/>
            <pc:sldMk cId="3893997007" sldId="269"/>
            <ac:picMk id="22" creationId="{816A7E50-28C9-21F4-4DAC-518F132E3D32}"/>
          </ac:picMkLst>
        </pc:picChg>
        <pc:picChg chg="add mod ord">
          <ac:chgData name="deer man" userId="5df8f941c66563e5" providerId="LiveId" clId="{D5483A8E-E20A-42B3-8710-4AD02E0C56EE}" dt="2026-10-19T18:28:26.259" v="1091" actId="13244"/>
          <ac:picMkLst>
            <pc:docMk/>
            <pc:sldMk cId="3893997007" sldId="269"/>
            <ac:picMk id="23" creationId="{F3EB824C-2FE3-9570-DF8B-5F0E8DA9BB2D}"/>
          </ac:picMkLst>
        </pc:picChg>
        <pc:picChg chg="add mod ord">
          <ac:chgData name="deer man" userId="5df8f941c66563e5" providerId="LiveId" clId="{D5483A8E-E20A-42B3-8710-4AD02E0C56EE}" dt="2026-10-19T18:28:26.259" v="1091" actId="13244"/>
          <ac:picMkLst>
            <pc:docMk/>
            <pc:sldMk cId="3893997007" sldId="269"/>
            <ac:picMk id="25" creationId="{506714BF-5C54-700B-3BD6-C1756F9DCDEA}"/>
          </ac:picMkLst>
        </pc:picChg>
        <pc:picChg chg="add mod ord">
          <ac:chgData name="deer man" userId="5df8f941c66563e5" providerId="LiveId" clId="{D5483A8E-E20A-42B3-8710-4AD02E0C56EE}" dt="2026-10-19T18:28:26.259" v="1091" actId="13244"/>
          <ac:picMkLst>
            <pc:docMk/>
            <pc:sldMk cId="3893997007" sldId="269"/>
            <ac:picMk id="27" creationId="{F0CD843E-0AD6-C407-7E37-E6472C6395B5}"/>
          </ac:picMkLst>
        </pc:picChg>
        <pc:picChg chg="add mod ord">
          <ac:chgData name="deer man" userId="5df8f941c66563e5" providerId="LiveId" clId="{D5483A8E-E20A-42B3-8710-4AD02E0C56EE}" dt="2026-10-19T18:28:26.259" v="1091" actId="13244"/>
          <ac:picMkLst>
            <pc:docMk/>
            <pc:sldMk cId="3893997007" sldId="269"/>
            <ac:picMk id="29" creationId="{9A28B9BF-DA10-9F96-2F00-76760A84C4C8}"/>
          </ac:picMkLst>
        </pc:picChg>
      </pc:sldChg>
      <pc:sldChg chg="addSp delSp modSp add mod">
        <pc:chgData name="deer man" userId="5df8f941c66563e5" providerId="LiveId" clId="{D5483A8E-E20A-42B3-8710-4AD02E0C56EE}" dt="2026-10-19T18:27:32.242" v="1087" actId="688"/>
        <pc:sldMkLst>
          <pc:docMk/>
          <pc:sldMk cId="1571071423" sldId="270"/>
        </pc:sldMkLst>
        <pc:picChg chg="add mod">
          <ac:chgData name="deer man" userId="5df8f941c66563e5" providerId="LiveId" clId="{D5483A8E-E20A-42B3-8710-4AD02E0C56EE}" dt="2026-10-19T18:27:16.649" v="1085" actId="1076"/>
          <ac:picMkLst>
            <pc:docMk/>
            <pc:sldMk cId="1571071423" sldId="270"/>
            <ac:picMk id="3" creationId="{B7E11E08-A345-480E-5712-157B6E682E7A}"/>
          </ac:picMkLst>
        </pc:picChg>
        <pc:picChg chg="mod">
          <ac:chgData name="deer man" userId="5df8f941c66563e5" providerId="LiveId" clId="{D5483A8E-E20A-42B3-8710-4AD02E0C56EE}" dt="2026-10-19T18:24:51.003" v="1043" actId="1076"/>
          <ac:picMkLst>
            <pc:docMk/>
            <pc:sldMk cId="1571071423" sldId="270"/>
            <ac:picMk id="8" creationId="{660E4D7C-7CB9-8FD8-08A5-5A6F92BFE2F8}"/>
          </ac:picMkLst>
        </pc:picChg>
        <pc:picChg chg="del">
          <ac:chgData name="deer man" userId="5df8f941c66563e5" providerId="LiveId" clId="{D5483A8E-E20A-42B3-8710-4AD02E0C56EE}" dt="2026-10-19T18:19:22.083" v="996" actId="478"/>
          <ac:picMkLst>
            <pc:docMk/>
            <pc:sldMk cId="1571071423" sldId="270"/>
            <ac:picMk id="9" creationId="{80AE41AE-7B21-7528-0536-83B46FADA562}"/>
          </ac:picMkLst>
        </pc:picChg>
        <pc:picChg chg="mod">
          <ac:chgData name="deer man" userId="5df8f941c66563e5" providerId="LiveId" clId="{D5483A8E-E20A-42B3-8710-4AD02E0C56EE}" dt="2026-10-19T18:25:54.800" v="1066" actId="1076"/>
          <ac:picMkLst>
            <pc:docMk/>
            <pc:sldMk cId="1571071423" sldId="270"/>
            <ac:picMk id="10" creationId="{0D9E58CB-7825-0D4C-7B77-BC5A75074432}"/>
          </ac:picMkLst>
        </pc:picChg>
        <pc:picChg chg="mod">
          <ac:chgData name="deer man" userId="5df8f941c66563e5" providerId="LiveId" clId="{D5483A8E-E20A-42B3-8710-4AD02E0C56EE}" dt="2026-10-19T18:27:27.092" v="1086" actId="688"/>
          <ac:picMkLst>
            <pc:docMk/>
            <pc:sldMk cId="1571071423" sldId="270"/>
            <ac:picMk id="12" creationId="{680A72E9-C3AD-09A9-9F71-A04883BF5BD4}"/>
          </ac:picMkLst>
        </pc:picChg>
        <pc:picChg chg="mod">
          <ac:chgData name="deer man" userId="5df8f941c66563e5" providerId="LiveId" clId="{D5483A8E-E20A-42B3-8710-4AD02E0C56EE}" dt="2026-10-19T18:27:32.242" v="1087" actId="688"/>
          <ac:picMkLst>
            <pc:docMk/>
            <pc:sldMk cId="1571071423" sldId="270"/>
            <ac:picMk id="14" creationId="{6DFEA19A-AEEA-34EB-B656-772E6FE09EEE}"/>
          </ac:picMkLst>
        </pc:picChg>
        <pc:picChg chg="mod">
          <ac:chgData name="deer man" userId="5df8f941c66563e5" providerId="LiveId" clId="{D5483A8E-E20A-42B3-8710-4AD02E0C56EE}" dt="2026-10-19T18:27:02.308" v="1082" actId="1076"/>
          <ac:picMkLst>
            <pc:docMk/>
            <pc:sldMk cId="1571071423" sldId="270"/>
            <ac:picMk id="19" creationId="{269E1EC5-61DD-B3D6-48B0-379D9F215B69}"/>
          </ac:picMkLst>
        </pc:picChg>
        <pc:picChg chg="mod">
          <ac:chgData name="deer man" userId="5df8f941c66563e5" providerId="LiveId" clId="{D5483A8E-E20A-42B3-8710-4AD02E0C56EE}" dt="2026-10-19T18:27:08.508" v="1083" actId="1076"/>
          <ac:picMkLst>
            <pc:docMk/>
            <pc:sldMk cId="1571071423" sldId="270"/>
            <ac:picMk id="23" creationId="{2B8C98C2-DD98-24B9-6982-0E4854AC6395}"/>
          </ac:picMkLst>
        </pc:picChg>
        <pc:picChg chg="mod">
          <ac:chgData name="deer man" userId="5df8f941c66563e5" providerId="LiveId" clId="{D5483A8E-E20A-42B3-8710-4AD02E0C56EE}" dt="2026-10-19T18:25:06.854" v="1045" actId="1076"/>
          <ac:picMkLst>
            <pc:docMk/>
            <pc:sldMk cId="1571071423" sldId="270"/>
            <ac:picMk id="25" creationId="{2AA021DA-AF4F-C757-2D7A-F287E26CDFD4}"/>
          </ac:picMkLst>
        </pc:picChg>
        <pc:picChg chg="mod">
          <ac:chgData name="deer man" userId="5df8f941c66563e5" providerId="LiveId" clId="{D5483A8E-E20A-42B3-8710-4AD02E0C56EE}" dt="2026-10-19T18:24:42.871" v="1040" actId="14100"/>
          <ac:picMkLst>
            <pc:docMk/>
            <pc:sldMk cId="1571071423" sldId="270"/>
            <ac:picMk id="27" creationId="{97C5AB7A-55F0-C849-A060-1C4A0D511A4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E76FA-247C-4BF3-BC39-5F80974179A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8E183-2A90-4EE0-877F-067E54596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24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8E183-2A90-4EE0-877F-067E545965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26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DC1AC-283D-C73B-A629-AD9472E12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03732-0CA7-AE1D-32EE-9BF80C80A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6C87B-D92D-5848-8458-6F91002B4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D0CCE-7886-80BE-40B8-C864E71D6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8E183-2A90-4EE0-877F-067E545965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01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93524-2AE5-A73C-205B-4F3C7EA30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0DF3A-ADB2-833D-ADC1-8AAD4E232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A38DA-2312-2CC5-8014-5A24E59D4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CB433-5B27-4E35-7912-2DEA7984F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8E183-2A90-4EE0-877F-067E545965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3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1C311-B1C4-0EBE-3F09-FCB570422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8B284-81AE-9474-5B42-DAECB2ABB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DC4C1-97A4-4F78-E5B4-4D892088B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56BDB-208E-002E-A958-C44FF639C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8E183-2A90-4EE0-877F-067E545965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31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1C0A1-1BAF-A90D-B7B9-BF240A0A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6C352-CA69-5A19-64E0-568BC3195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4B700-2A29-E743-8918-81EB34678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75DE2-6F72-E4A2-F57A-CC78764C4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8E183-2A90-4EE0-877F-067E545965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7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06662-E9B2-6109-17B8-7AA50A1E7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FB85-0515-7F24-A660-0B546ED38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59EB6-F9B8-0985-48D9-6D088BB35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7CF5-3EF4-443E-9812-F2664BFEEC4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9AE99-7504-C007-EE37-6C7ED65C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FF64F-4373-7BE3-1D1D-A0A6B233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C4560-8B4E-417A-9303-E6A6A5B24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38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8BF3-4A88-7E74-288B-49F53B9C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C2A41-27B8-28B6-1DAF-51E2CF8D8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C1F54-B3DC-8041-03D9-7962AB34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7CF5-3EF4-443E-9812-F2664BFEEC4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F8195-265C-C3B9-81AD-6D9B8F61E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67977-C64C-4207-0A82-E66D09899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C4560-8B4E-417A-9303-E6A6A5B24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56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5651-F433-A5A4-E869-0292C4839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3E049-C0C3-3A04-A623-885D47CD4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4C7D3-D2C3-5A39-87B9-85C3AF0A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7CF5-3EF4-443E-9812-F2664BFEEC4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1658F-8BF1-8DB4-A295-48AC36D9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A46D7-16E9-894A-2B16-B52CFE8D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C4560-8B4E-417A-9303-E6A6A5B24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19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9C5C-C462-AC11-A316-2EE8551A2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89B7-F207-A346-6661-7B65D12A40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5643D-81CD-485F-0032-C1A93740A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2012E-39E2-B7BB-DBAA-5B701C925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7CF5-3EF4-443E-9812-F2664BFEEC4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EED93-DA19-1229-C386-75B2D50B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8B510-EAFC-F8E3-1D27-7E393F246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C4560-8B4E-417A-9303-E6A6A5B24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05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D13B-0492-F723-3ACD-E02A4F134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FA5F3-1D57-C286-5771-60EE809C6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DF20C-DA1C-DA60-DBDD-529A70AED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902816-FD47-E6F5-A286-9CC359CBB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D15BD-D79A-B418-9F4B-4E3E8B75B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5A7E0-43B1-9D8F-0109-F0C4AD38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7CF5-3EF4-443E-9812-F2664BFEEC4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5040D0-1793-E1DC-F134-9BB0C67A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B32ECE-912A-5FA9-1FB4-55D7CFCD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C4560-8B4E-417A-9303-E6A6A5B24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7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CBC24-9B8F-8CF7-E570-3E8654E0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EDBDE-04AC-A1F5-C946-6768CC3A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7CF5-3EF4-443E-9812-F2664BFEEC4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938BB-5DD3-596E-8D8C-6233A3C63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30B82B-3F9A-DCDC-DE48-15D0FD2D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C4560-8B4E-417A-9303-E6A6A5B24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14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685CC-E12C-3B69-DF47-BC0F23BCB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7CF5-3EF4-443E-9812-F2664BFEEC4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A9154A-0D3C-F36E-F6BD-67443777C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BC42D-230C-9CCD-48EF-24B6E3A7D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C4560-8B4E-417A-9303-E6A6A5B24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6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C2FC-0815-9068-0BB5-30E91E83C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5F08C-B712-8133-15A2-666387965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0C18B-1CD5-F39B-C4D8-117795AE1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17D9B-8BF6-A131-7012-ED1016A7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7CF5-3EF4-443E-9812-F2664BFEEC4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F4A7B-7B75-9E93-7402-7D839B5DD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60FD2-7A15-693C-ECCC-45AA8E53D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C4560-8B4E-417A-9303-E6A6A5B24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91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B439B-8B20-833E-8B81-B82EB9DA7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33D9BA-59CC-606B-9A50-237154DAD77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F31BA-F684-635D-94A0-ACE72A90E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76EF7-6F14-1B7C-9AFF-C814DEB7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7CF5-3EF4-443E-9812-F2664BFEEC4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5B027-83E4-FB69-55F3-8B83F161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78004-FE06-19DC-8EBA-51FE415C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C4560-8B4E-417A-9303-E6A6A5B24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8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7A29-3BE1-3A3C-4943-B80DD54B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32994-8AF2-FC39-34CF-53EE4E485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EF2B3-6CBA-8430-0A7D-64B093D5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7CF5-3EF4-443E-9812-F2664BFEEC4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539D7-D3E9-E15A-0CF1-453E5E349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E971-DC48-E546-7673-C8A68003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C4560-8B4E-417A-9303-E6A6A5B24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07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EE826F-30C1-6A05-5AB9-27AFAFDD0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24D9C9-37F1-3F84-8A37-F19E25985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7B536-9255-8B6A-EA8C-04CD30C9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A7CF5-3EF4-443E-9812-F2664BFEEC4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517E4-378F-6CEA-CFE1-8CF20935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6D829-F0D8-594B-7B1B-0C7827D1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C4560-8B4E-417A-9303-E6A6A5B24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10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9FD30A-8308-B3CC-BEFA-06E7DAC67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F831-D22E-BD92-4B4A-6C6DC09E6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EB420-314C-97BC-9B58-69B590FDC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A7CF5-3EF4-443E-9812-F2664BFEEC4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33967-4BE4-5B61-ED0C-86E68104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D4D79-4162-CE27-0EDA-953DF079C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BC4560-8B4E-417A-9303-E6A6A5B24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16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14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chine Learning Algorithms – What, Why, and How? - KDnuggets">
            <a:extLst>
              <a:ext uri="{FF2B5EF4-FFF2-40B4-BE49-F238E27FC236}">
                <a16:creationId xmlns:a16="http://schemas.microsoft.com/office/drawing/2014/main" id="{F566A474-C66B-13D4-712F-0155B5841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9592" y="854527"/>
            <a:ext cx="7723415" cy="51489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E15CD-13BA-CEB3-6180-871E9A503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285" y="-4025795"/>
            <a:ext cx="6980617" cy="3132814"/>
          </a:xfrm>
        </p:spPr>
        <p:txBody>
          <a:bodyPr>
            <a:normAutofit/>
          </a:bodyPr>
          <a:lstStyle/>
          <a:p>
            <a:r>
              <a:rPr lang="en-US" sz="8800" b="1" dirty="0"/>
              <a:t>Traditional ML Algorithms</a:t>
            </a:r>
          </a:p>
        </p:txBody>
      </p:sp>
      <p:pic>
        <p:nvPicPr>
          <p:cNvPr id="8" name="Picture 7" descr="File:Gear-icon.png - Wikimedia Commons">
            <a:extLst>
              <a:ext uri="{FF2B5EF4-FFF2-40B4-BE49-F238E27FC236}">
                <a16:creationId xmlns:a16="http://schemas.microsoft.com/office/drawing/2014/main" id="{0A848BF3-E0E2-05D5-7B01-C452A4568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496777">
            <a:off x="-10910320" y="2069427"/>
            <a:ext cx="4876800" cy="4876800"/>
          </a:xfrm>
          <a:prstGeom prst="rect">
            <a:avLst/>
          </a:prstGeom>
        </p:spPr>
      </p:pic>
      <p:pic>
        <p:nvPicPr>
          <p:cNvPr id="10" name="Picture 9" descr="File:Gear-icon.png - Wikimedia Commons">
            <a:extLst>
              <a:ext uri="{FF2B5EF4-FFF2-40B4-BE49-F238E27FC236}">
                <a16:creationId xmlns:a16="http://schemas.microsoft.com/office/drawing/2014/main" id="{E401817B-3C49-1834-CF9F-6AF1DAE65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438051">
            <a:off x="3690593" y="7858280"/>
            <a:ext cx="3756086" cy="3756086"/>
          </a:xfrm>
          <a:prstGeom prst="rect">
            <a:avLst/>
          </a:prstGeom>
        </p:spPr>
      </p:pic>
      <p:pic>
        <p:nvPicPr>
          <p:cNvPr id="12" name="Picture 11" descr="File:Gear-icon.png - Wikimedia Commons">
            <a:extLst>
              <a:ext uri="{FF2B5EF4-FFF2-40B4-BE49-F238E27FC236}">
                <a16:creationId xmlns:a16="http://schemas.microsoft.com/office/drawing/2014/main" id="{56D64AF8-4E94-8ADC-C03D-996318B67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236243">
            <a:off x="6916384" y="-2091287"/>
            <a:ext cx="1890265" cy="1890265"/>
          </a:xfrm>
          <a:prstGeom prst="rect">
            <a:avLst/>
          </a:prstGeom>
        </p:spPr>
      </p:pic>
      <p:pic>
        <p:nvPicPr>
          <p:cNvPr id="14" name="Picture 13" descr="File:Gear-icon.png - Wikimedia Commons">
            <a:extLst>
              <a:ext uri="{FF2B5EF4-FFF2-40B4-BE49-F238E27FC236}">
                <a16:creationId xmlns:a16="http://schemas.microsoft.com/office/drawing/2014/main" id="{E2D0C474-2DA0-35F2-A19C-799511001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123471">
            <a:off x="12122217" y="-3247693"/>
            <a:ext cx="3302524" cy="33025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596F154-DF76-C9A7-25A0-EB4453051023}"/>
              </a:ext>
            </a:extLst>
          </p:cNvPr>
          <p:cNvSpPr txBox="1"/>
          <p:nvPr/>
        </p:nvSpPr>
        <p:spPr>
          <a:xfrm>
            <a:off x="-8471920" y="4184661"/>
            <a:ext cx="42326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Wael Gazelle AIB-24</a:t>
            </a:r>
            <a:endParaRPr lang="en-US" sz="1400" dirty="0"/>
          </a:p>
        </p:txBody>
      </p:sp>
      <p:pic>
        <p:nvPicPr>
          <p:cNvPr id="18" name="Picture 17" descr="File:Gear-icon.png - Wikimedia Commons">
            <a:extLst>
              <a:ext uri="{FF2B5EF4-FFF2-40B4-BE49-F238E27FC236}">
                <a16:creationId xmlns:a16="http://schemas.microsoft.com/office/drawing/2014/main" id="{B8F86D65-7D6C-DB80-2E9D-05F8EA97F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990599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86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2833-4217-BE26-EA9C-509FB8B8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chine Learning Algorithms – What, Why, and How? - KDnuggets">
            <a:extLst>
              <a:ext uri="{FF2B5EF4-FFF2-40B4-BE49-F238E27FC236}">
                <a16:creationId xmlns:a16="http://schemas.microsoft.com/office/drawing/2014/main" id="{3DAB40C5-7648-9292-A99B-487B69151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890" y="792022"/>
            <a:ext cx="7723415" cy="51489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94FAD0-1C67-7E85-63AE-C869081D6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40" y="148616"/>
            <a:ext cx="6980617" cy="3132814"/>
          </a:xfrm>
        </p:spPr>
        <p:txBody>
          <a:bodyPr>
            <a:normAutofit/>
          </a:bodyPr>
          <a:lstStyle/>
          <a:p>
            <a:r>
              <a:rPr lang="en-US" sz="8800" b="1" dirty="0"/>
              <a:t>Traditional ML Algorithms</a:t>
            </a:r>
          </a:p>
        </p:txBody>
      </p:sp>
      <p:pic>
        <p:nvPicPr>
          <p:cNvPr id="8" name="Picture 7" descr="File:Gear-icon.png - Wikimedia Commons">
            <a:extLst>
              <a:ext uri="{FF2B5EF4-FFF2-40B4-BE49-F238E27FC236}">
                <a16:creationId xmlns:a16="http://schemas.microsoft.com/office/drawing/2014/main" id="{8821EFF0-BFB8-9EC0-AC97-8EB0C2CE6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59685" y="2069431"/>
            <a:ext cx="4876800" cy="4876800"/>
          </a:xfrm>
          <a:prstGeom prst="rect">
            <a:avLst/>
          </a:prstGeom>
        </p:spPr>
      </p:pic>
      <p:pic>
        <p:nvPicPr>
          <p:cNvPr id="10" name="Picture 9" descr="File:Gear-icon.png - Wikimedia Commons">
            <a:extLst>
              <a:ext uri="{FF2B5EF4-FFF2-40B4-BE49-F238E27FC236}">
                <a16:creationId xmlns:a16="http://schemas.microsoft.com/office/drawing/2014/main" id="{7A57711B-94EF-3366-4EDC-5371D72E3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648" y="5068188"/>
            <a:ext cx="3756086" cy="3756086"/>
          </a:xfrm>
          <a:prstGeom prst="rect">
            <a:avLst/>
          </a:prstGeom>
        </p:spPr>
      </p:pic>
      <p:pic>
        <p:nvPicPr>
          <p:cNvPr id="12" name="Picture 11" descr="File:Gear-icon.png - Wikimedia Commons">
            <a:extLst>
              <a:ext uri="{FF2B5EF4-FFF2-40B4-BE49-F238E27FC236}">
                <a16:creationId xmlns:a16="http://schemas.microsoft.com/office/drawing/2014/main" id="{8DE4BFF0-05E9-5600-B9BC-5261402F2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733" y="-90387"/>
            <a:ext cx="1890265" cy="1890265"/>
          </a:xfrm>
          <a:prstGeom prst="rect">
            <a:avLst/>
          </a:prstGeom>
        </p:spPr>
      </p:pic>
      <p:pic>
        <p:nvPicPr>
          <p:cNvPr id="14" name="Picture 13" descr="File:Gear-icon.png - Wikimedia Commons">
            <a:extLst>
              <a:ext uri="{FF2B5EF4-FFF2-40B4-BE49-F238E27FC236}">
                <a16:creationId xmlns:a16="http://schemas.microsoft.com/office/drawing/2014/main" id="{743B3E2E-DB76-0307-A8B1-B2E02FE36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398" y="-1502646"/>
            <a:ext cx="3302524" cy="33025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330CC1-9B62-8ECA-A63B-C3DE4D11B1FF}"/>
              </a:ext>
            </a:extLst>
          </p:cNvPr>
          <p:cNvSpPr txBox="1"/>
          <p:nvPr/>
        </p:nvSpPr>
        <p:spPr>
          <a:xfrm>
            <a:off x="1574277" y="4184665"/>
            <a:ext cx="42326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Wael Gazelle AIB-24</a:t>
            </a:r>
            <a:endParaRPr lang="en-US" sz="1400" dirty="0"/>
          </a:p>
        </p:txBody>
      </p:sp>
      <p:pic>
        <p:nvPicPr>
          <p:cNvPr id="5" name="Picture 17" descr="File:Gear-icon.png - Wikimedia Commons">
            <a:extLst>
              <a:ext uri="{FF2B5EF4-FFF2-40B4-BE49-F238E27FC236}">
                <a16:creationId xmlns:a16="http://schemas.microsoft.com/office/drawing/2014/main" id="{F0B81BEF-1881-6848-C0B4-B317A8BB2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-20764734" y="-23579304"/>
            <a:ext cx="53721468" cy="5372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45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62894-0ABF-447C-0EC6-78B0E2FE5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ile:Gear-icon.png - Wikimedia Commons">
            <a:extLst>
              <a:ext uri="{FF2B5EF4-FFF2-40B4-BE49-F238E27FC236}">
                <a16:creationId xmlns:a16="http://schemas.microsoft.com/office/drawing/2014/main" id="{6C346548-67AF-E6BA-419D-05CFBE460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388853">
            <a:off x="-775331" y="4979957"/>
            <a:ext cx="4876800" cy="4876800"/>
          </a:xfrm>
          <a:prstGeom prst="rect">
            <a:avLst/>
          </a:prstGeom>
        </p:spPr>
      </p:pic>
      <p:pic>
        <p:nvPicPr>
          <p:cNvPr id="10" name="Picture 9" descr="File:Gear-icon.png - Wikimedia Commons">
            <a:extLst>
              <a:ext uri="{FF2B5EF4-FFF2-40B4-BE49-F238E27FC236}">
                <a16:creationId xmlns:a16="http://schemas.microsoft.com/office/drawing/2014/main" id="{57A0C76C-12B1-0167-7F32-C22C68AEE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110365">
            <a:off x="9156791" y="4979957"/>
            <a:ext cx="3756086" cy="3756086"/>
          </a:xfrm>
          <a:prstGeom prst="rect">
            <a:avLst/>
          </a:prstGeom>
        </p:spPr>
      </p:pic>
      <p:pic>
        <p:nvPicPr>
          <p:cNvPr id="12" name="Picture 11" descr="File:Gear-icon.png - Wikimedia Commons">
            <a:extLst>
              <a:ext uri="{FF2B5EF4-FFF2-40B4-BE49-F238E27FC236}">
                <a16:creationId xmlns:a16="http://schemas.microsoft.com/office/drawing/2014/main" id="{619E997A-CA24-83CA-C113-5AFE4956D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248998">
            <a:off x="10784536" y="-610021"/>
            <a:ext cx="3237693" cy="3237693"/>
          </a:xfrm>
          <a:prstGeom prst="rect">
            <a:avLst/>
          </a:prstGeom>
        </p:spPr>
      </p:pic>
      <p:pic>
        <p:nvPicPr>
          <p:cNvPr id="14" name="Picture 13" descr="File:Gear-icon.png - Wikimedia Commons">
            <a:extLst>
              <a:ext uri="{FF2B5EF4-FFF2-40B4-BE49-F238E27FC236}">
                <a16:creationId xmlns:a16="http://schemas.microsoft.com/office/drawing/2014/main" id="{31D9AE3E-5F95-A233-D25C-5E687D0CD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992181">
            <a:off x="-1651262" y="-1407284"/>
            <a:ext cx="3302524" cy="3302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383702-11AA-D8CE-0BE0-72A75A5D6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946" y="1008826"/>
            <a:ext cx="8746659" cy="437333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57377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78795-9E18-8157-44A7-CC450509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ile:Gear-icon.png - Wikimedia Commons">
            <a:extLst>
              <a:ext uri="{FF2B5EF4-FFF2-40B4-BE49-F238E27FC236}">
                <a16:creationId xmlns:a16="http://schemas.microsoft.com/office/drawing/2014/main" id="{94C77E13-C18E-ABC3-FFA7-A9F359DF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733215">
            <a:off x="-3100653" y="3757345"/>
            <a:ext cx="6201308" cy="6201308"/>
          </a:xfrm>
          <a:prstGeom prst="rect">
            <a:avLst/>
          </a:prstGeom>
        </p:spPr>
      </p:pic>
      <p:pic>
        <p:nvPicPr>
          <p:cNvPr id="10" name="Picture 9" descr="File:Gear-icon.png - Wikimedia Commons">
            <a:extLst>
              <a:ext uri="{FF2B5EF4-FFF2-40B4-BE49-F238E27FC236}">
                <a16:creationId xmlns:a16="http://schemas.microsoft.com/office/drawing/2014/main" id="{247BE8E2-5C7A-F15A-1D21-8C0291BA1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98700">
            <a:off x="9187494" y="3853494"/>
            <a:ext cx="6009011" cy="6009011"/>
          </a:xfrm>
          <a:prstGeom prst="rect">
            <a:avLst/>
          </a:prstGeom>
        </p:spPr>
      </p:pic>
      <p:pic>
        <p:nvPicPr>
          <p:cNvPr id="12" name="Picture 11" descr="File:Gear-icon.png - Wikimedia Commons">
            <a:extLst>
              <a:ext uri="{FF2B5EF4-FFF2-40B4-BE49-F238E27FC236}">
                <a16:creationId xmlns:a16="http://schemas.microsoft.com/office/drawing/2014/main" id="{3D475BDA-9BAF-45F2-C91D-0CADB5CD7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05775">
            <a:off x="9214811" y="-2977189"/>
            <a:ext cx="5954376" cy="5954376"/>
          </a:xfrm>
          <a:prstGeom prst="rect">
            <a:avLst/>
          </a:prstGeom>
        </p:spPr>
      </p:pic>
      <p:pic>
        <p:nvPicPr>
          <p:cNvPr id="14" name="Picture 13" descr="File:Gear-icon.png - Wikimedia Commons">
            <a:extLst>
              <a:ext uri="{FF2B5EF4-FFF2-40B4-BE49-F238E27FC236}">
                <a16:creationId xmlns:a16="http://schemas.microsoft.com/office/drawing/2014/main" id="{65303D09-F7D8-C503-6608-F2923D52A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092181">
            <a:off x="-2850478" y="-2850479"/>
            <a:ext cx="5700956" cy="57009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A05860-0FF9-B3B7-5B73-98D1A026B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172" y="1053818"/>
            <a:ext cx="8759656" cy="437982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EF949C-A4A3-AB20-1FD1-0961EF5C5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465169" y="843330"/>
            <a:ext cx="8440616" cy="622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06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77374-C66F-B17A-D03D-E708267E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738BA2-FFFD-CCB3-0231-D141C45C2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969" y="346946"/>
            <a:ext cx="8440616" cy="62214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 descr="File:Gear-icon.png - Wikimedia Commons">
            <a:extLst>
              <a:ext uri="{FF2B5EF4-FFF2-40B4-BE49-F238E27FC236}">
                <a16:creationId xmlns:a16="http://schemas.microsoft.com/office/drawing/2014/main" id="{3E586AE2-4C5B-8AA5-627E-C30A9936A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825677">
            <a:off x="9843684" y="3360857"/>
            <a:ext cx="4719776" cy="4719776"/>
          </a:xfrm>
          <a:prstGeom prst="rect">
            <a:avLst/>
          </a:prstGeom>
        </p:spPr>
      </p:pic>
      <p:pic>
        <p:nvPicPr>
          <p:cNvPr id="10" name="Picture 9" descr="File:Gear-icon.png - Wikimedia Commons">
            <a:extLst>
              <a:ext uri="{FF2B5EF4-FFF2-40B4-BE49-F238E27FC236}">
                <a16:creationId xmlns:a16="http://schemas.microsoft.com/office/drawing/2014/main" id="{BD293E41-4F33-267A-97E8-52E35242D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172527">
            <a:off x="11399209" y="-329489"/>
            <a:ext cx="1585583" cy="1585583"/>
          </a:xfrm>
          <a:prstGeom prst="rect">
            <a:avLst/>
          </a:prstGeom>
        </p:spPr>
      </p:pic>
      <p:pic>
        <p:nvPicPr>
          <p:cNvPr id="12" name="Picture 11" descr="File:Gear-icon.png - Wikimedia Commons">
            <a:extLst>
              <a:ext uri="{FF2B5EF4-FFF2-40B4-BE49-F238E27FC236}">
                <a16:creationId xmlns:a16="http://schemas.microsoft.com/office/drawing/2014/main" id="{7CC3C488-0DDE-539E-1126-E5BCB0506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36726">
            <a:off x="10896029" y="475822"/>
            <a:ext cx="2591943" cy="2591943"/>
          </a:xfrm>
          <a:prstGeom prst="rect">
            <a:avLst/>
          </a:prstGeom>
        </p:spPr>
      </p:pic>
      <p:pic>
        <p:nvPicPr>
          <p:cNvPr id="14" name="Picture 13" descr="File:Gear-icon.png - Wikimedia Commons">
            <a:extLst>
              <a:ext uri="{FF2B5EF4-FFF2-40B4-BE49-F238E27FC236}">
                <a16:creationId xmlns:a16="http://schemas.microsoft.com/office/drawing/2014/main" id="{6D11E2BC-3C2E-A803-60CE-950BD3347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672939" y="1882992"/>
            <a:ext cx="3149325" cy="31493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8073E22-E1D4-9DE6-3C45-EF12838007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375"/>
          <a:stretch>
            <a:fillRect/>
          </a:stretch>
        </p:blipFill>
        <p:spPr>
          <a:xfrm>
            <a:off x="-8594535" y="346946"/>
            <a:ext cx="2368341" cy="2172379"/>
          </a:xfrm>
          <a:prstGeom prst="rect">
            <a:avLst/>
          </a:prstGeom>
        </p:spPr>
      </p:pic>
      <p:pic>
        <p:nvPicPr>
          <p:cNvPr id="37" name="Picture 36" descr="Regression analysis - Wikipedia">
            <a:extLst>
              <a:ext uri="{FF2B5EF4-FFF2-40B4-BE49-F238E27FC236}">
                <a16:creationId xmlns:a16="http://schemas.microsoft.com/office/drawing/2014/main" id="{E3D8A9ED-33A2-4BC8-A123-B0A202C358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109450" y="346946"/>
            <a:ext cx="2500604" cy="207745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BCF131E-74CE-21F4-54F6-DF8D4317B0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68391" y="346946"/>
            <a:ext cx="2975536" cy="194330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8C09E63-1B99-9315-A0E8-E7E314D68F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8" t="22509" r="48380" b="14013"/>
          <a:stretch>
            <a:fillRect/>
          </a:stretch>
        </p:blipFill>
        <p:spPr>
          <a:xfrm>
            <a:off x="-2734392" y="461648"/>
            <a:ext cx="1777993" cy="171390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F04F28B-D688-5A41-5185-813DB68507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1042395" y="2554278"/>
            <a:ext cx="3011810" cy="1888365"/>
          </a:xfrm>
          <a:prstGeom prst="rect">
            <a:avLst/>
          </a:prstGeom>
        </p:spPr>
      </p:pic>
      <p:pic>
        <p:nvPicPr>
          <p:cNvPr id="45" name="Picture 44" descr="The ultimate guide to Naive Bayes | Machine Learning Archive">
            <a:extLst>
              <a:ext uri="{FF2B5EF4-FFF2-40B4-BE49-F238E27FC236}">
                <a16:creationId xmlns:a16="http://schemas.microsoft.com/office/drawing/2014/main" id="{07742CE7-5294-4AC6-DCC3-D1685963D1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7835588" y="2554278"/>
            <a:ext cx="3534393" cy="1938215"/>
          </a:xfrm>
          <a:prstGeom prst="rect">
            <a:avLst/>
          </a:prstGeom>
        </p:spPr>
      </p:pic>
      <p:pic>
        <p:nvPicPr>
          <p:cNvPr id="47" name="Picture 46" descr="012 Machine Learning - Introduction to Random Forest - Master Data Science  30.08.2022">
            <a:extLst>
              <a:ext uri="{FF2B5EF4-FFF2-40B4-BE49-F238E27FC236}">
                <a16:creationId xmlns:a16="http://schemas.microsoft.com/office/drawing/2014/main" id="{061BE069-B9A2-D5B1-4520-E4B7AC3628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4097676" y="2381905"/>
            <a:ext cx="3707629" cy="230054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04426A4-08D4-E764-D9F0-D9B40C6A612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88409" y="4656918"/>
            <a:ext cx="3707629" cy="185381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892EB73-B59B-C406-DB9E-FC51A049A6D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36143" y="4671713"/>
            <a:ext cx="3678040" cy="183902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07C8705-24CE-04CB-5D61-5AF82446EE1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4280" y="1385675"/>
            <a:ext cx="8759656" cy="437982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82781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5E201-EE10-442B-6D52-1A5AF34BF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24E859-E57D-5D6C-3339-485C63997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005" y="136843"/>
            <a:ext cx="8440616" cy="62214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B1829C-E612-99B7-C585-CD081192AE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375"/>
          <a:stretch>
            <a:fillRect/>
          </a:stretch>
        </p:blipFill>
        <p:spPr>
          <a:xfrm>
            <a:off x="2514916" y="276989"/>
            <a:ext cx="2368341" cy="2172379"/>
          </a:xfrm>
          <a:prstGeom prst="rect">
            <a:avLst/>
          </a:prstGeom>
        </p:spPr>
      </p:pic>
      <p:pic>
        <p:nvPicPr>
          <p:cNvPr id="5" name="Picture 4" descr="Regression analysis - Wikipedia">
            <a:extLst>
              <a:ext uri="{FF2B5EF4-FFF2-40B4-BE49-F238E27FC236}">
                <a16:creationId xmlns:a16="http://schemas.microsoft.com/office/drawing/2014/main" id="{4F00ABD7-201E-675D-2163-38BFE9872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276989"/>
            <a:ext cx="2500604" cy="2077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82267B-ED40-8EF0-90D9-A7225387BF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060" y="276989"/>
            <a:ext cx="2975536" cy="19433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F71470-B86E-B2B3-1009-200DAFA7DE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8" t="22509" r="48380" b="14013"/>
          <a:stretch>
            <a:fillRect/>
          </a:stretch>
        </p:blipFill>
        <p:spPr>
          <a:xfrm>
            <a:off x="8375059" y="391691"/>
            <a:ext cx="1777993" cy="17139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9AB05B3-8FF3-A8F1-1A67-FCA0F31D7B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2" y="4586961"/>
            <a:ext cx="3707629" cy="18538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9A765D2-A7C1-3C13-EDD7-F6E3DE802F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308" y="4601756"/>
            <a:ext cx="3678040" cy="18390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0AA493-25E1-7295-8889-B8487860A1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56" y="2484321"/>
            <a:ext cx="3011810" cy="1888365"/>
          </a:xfrm>
          <a:prstGeom prst="rect">
            <a:avLst/>
          </a:prstGeom>
        </p:spPr>
      </p:pic>
      <p:pic>
        <p:nvPicPr>
          <p:cNvPr id="16" name="Picture 15" descr="The ultimate guide to Naive Bayes | Machine Learning Archive">
            <a:extLst>
              <a:ext uri="{FF2B5EF4-FFF2-40B4-BE49-F238E27FC236}">
                <a16:creationId xmlns:a16="http://schemas.microsoft.com/office/drawing/2014/main" id="{E712D15F-78AA-D23D-C299-64DE300E99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3863" y="2484321"/>
            <a:ext cx="3534393" cy="1938215"/>
          </a:xfrm>
          <a:prstGeom prst="rect">
            <a:avLst/>
          </a:prstGeom>
        </p:spPr>
      </p:pic>
      <p:pic>
        <p:nvPicPr>
          <p:cNvPr id="19" name="Picture 18" descr="012 Machine Learning - Introduction to Random Forest - Master Data Science  30.08.2022">
            <a:extLst>
              <a:ext uri="{FF2B5EF4-FFF2-40B4-BE49-F238E27FC236}">
                <a16:creationId xmlns:a16="http://schemas.microsoft.com/office/drawing/2014/main" id="{B422C61A-4497-CD3C-D6F2-968D78C1A4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2567" y="2311948"/>
            <a:ext cx="3413491" cy="2298067"/>
          </a:xfrm>
          <a:prstGeom prst="rect">
            <a:avLst/>
          </a:prstGeom>
        </p:spPr>
      </p:pic>
      <p:pic>
        <p:nvPicPr>
          <p:cNvPr id="8" name="Picture 7" descr="File:Gear-icon.png - Wikimedia Commons">
            <a:extLst>
              <a:ext uri="{FF2B5EF4-FFF2-40B4-BE49-F238E27FC236}">
                <a16:creationId xmlns:a16="http://schemas.microsoft.com/office/drawing/2014/main" id="{0630D1A1-C421-9D21-1D9A-96DBD2D5107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4938701">
            <a:off x="9843684" y="3360857"/>
            <a:ext cx="4719776" cy="4719776"/>
          </a:xfrm>
          <a:prstGeom prst="rect">
            <a:avLst/>
          </a:prstGeom>
        </p:spPr>
      </p:pic>
      <p:pic>
        <p:nvPicPr>
          <p:cNvPr id="10" name="Picture 9" descr="File:Gear-icon.png - Wikimedia Commons">
            <a:extLst>
              <a:ext uri="{FF2B5EF4-FFF2-40B4-BE49-F238E27FC236}">
                <a16:creationId xmlns:a16="http://schemas.microsoft.com/office/drawing/2014/main" id="{F2CF0251-7EB7-8551-D4C8-60888187C9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4429890">
            <a:off x="11399209" y="-329489"/>
            <a:ext cx="1585583" cy="1585583"/>
          </a:xfrm>
          <a:prstGeom prst="rect">
            <a:avLst/>
          </a:prstGeom>
        </p:spPr>
      </p:pic>
      <p:pic>
        <p:nvPicPr>
          <p:cNvPr id="12" name="Picture 11" descr="File:Gear-icon.png - Wikimedia Commons">
            <a:extLst>
              <a:ext uri="{FF2B5EF4-FFF2-40B4-BE49-F238E27FC236}">
                <a16:creationId xmlns:a16="http://schemas.microsoft.com/office/drawing/2014/main" id="{2FB2A885-4817-DB7C-5926-E686411F916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5112006">
            <a:off x="10896029" y="475822"/>
            <a:ext cx="2591943" cy="2591943"/>
          </a:xfrm>
          <a:prstGeom prst="rect">
            <a:avLst/>
          </a:prstGeom>
        </p:spPr>
      </p:pic>
      <p:pic>
        <p:nvPicPr>
          <p:cNvPr id="14" name="Picture 13" descr="File:Gear-icon.png - Wikimedia Commons">
            <a:extLst>
              <a:ext uri="{FF2B5EF4-FFF2-40B4-BE49-F238E27FC236}">
                <a16:creationId xmlns:a16="http://schemas.microsoft.com/office/drawing/2014/main" id="{2F770601-0286-14FE-E548-C99E648218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5902518">
            <a:off x="10672939" y="1882992"/>
            <a:ext cx="3149325" cy="31493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C421EE8-FBB6-BCC4-A9B6-D6FCB5168FF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73235" y="1453544"/>
            <a:ext cx="8503921" cy="425196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4ED674-7596-5547-B04B-EC685C0FA36F}"/>
              </a:ext>
            </a:extLst>
          </p:cNvPr>
          <p:cNvSpPr txBox="1"/>
          <p:nvPr/>
        </p:nvSpPr>
        <p:spPr>
          <a:xfrm>
            <a:off x="-9043951" y="463302"/>
            <a:ext cx="5814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Reinforcement Learning </a:t>
            </a:r>
          </a:p>
        </p:txBody>
      </p:sp>
    </p:spTree>
    <p:extLst>
      <p:ext uri="{BB962C8B-B14F-4D97-AF65-F5344CB8AC3E}">
        <p14:creationId xmlns:p14="http://schemas.microsoft.com/office/powerpoint/2010/main" val="2591676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5C4F8-D144-61F3-BEFB-690273C54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E0B3A5-1270-048E-F174-3717C878A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375"/>
          <a:stretch>
            <a:fillRect/>
          </a:stretch>
        </p:blipFill>
        <p:spPr>
          <a:xfrm>
            <a:off x="18834542" y="252560"/>
            <a:ext cx="2368341" cy="2172379"/>
          </a:xfrm>
          <a:prstGeom prst="rect">
            <a:avLst/>
          </a:prstGeom>
        </p:spPr>
      </p:pic>
      <p:pic>
        <p:nvPicPr>
          <p:cNvPr id="7" name="Picture 6" descr="Regression analysis - Wikipedia">
            <a:extLst>
              <a:ext uri="{FF2B5EF4-FFF2-40B4-BE49-F238E27FC236}">
                <a16:creationId xmlns:a16="http://schemas.microsoft.com/office/drawing/2014/main" id="{338897AF-F956-B2C0-8FD6-05B4EAA7E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9627" y="252560"/>
            <a:ext cx="2500604" cy="2077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A346B5-7814-1128-DF4E-BBDF584EDB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0686" y="252560"/>
            <a:ext cx="2975536" cy="19433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72E468-941D-8A72-AC10-05B8841CB1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8" t="22509" r="48380" b="14013"/>
          <a:stretch>
            <a:fillRect/>
          </a:stretch>
        </p:blipFill>
        <p:spPr>
          <a:xfrm>
            <a:off x="24694685" y="367262"/>
            <a:ext cx="1777993" cy="17139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11CD26-5C75-5EED-07EC-B743BBF33C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6682" y="2459892"/>
            <a:ext cx="3011810" cy="1888365"/>
          </a:xfrm>
          <a:prstGeom prst="rect">
            <a:avLst/>
          </a:prstGeom>
        </p:spPr>
      </p:pic>
      <p:pic>
        <p:nvPicPr>
          <p:cNvPr id="19" name="Picture 18" descr="The ultimate guide to Naive Bayes | Machine Learning Archive">
            <a:extLst>
              <a:ext uri="{FF2B5EF4-FFF2-40B4-BE49-F238E27FC236}">
                <a16:creationId xmlns:a16="http://schemas.microsoft.com/office/drawing/2014/main" id="{80149DA7-3C18-2591-1827-F324941073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93489" y="2459892"/>
            <a:ext cx="3534393" cy="1938215"/>
          </a:xfrm>
          <a:prstGeom prst="rect">
            <a:avLst/>
          </a:prstGeom>
        </p:spPr>
      </p:pic>
      <p:pic>
        <p:nvPicPr>
          <p:cNvPr id="21" name="Picture 20" descr="012 Machine Learning - Introduction to Random Forest - Master Data Science  30.08.2022">
            <a:extLst>
              <a:ext uri="{FF2B5EF4-FFF2-40B4-BE49-F238E27FC236}">
                <a16:creationId xmlns:a16="http://schemas.microsoft.com/office/drawing/2014/main" id="{CCDAF0E7-0E5F-97EE-B48A-09C72EDCA8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31401" y="2287520"/>
            <a:ext cx="3707629" cy="22898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29ED6E8-7B0D-B7FC-1D1B-39195A6A15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0668" y="4562532"/>
            <a:ext cx="3707629" cy="18538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86BAA71-7854-5C5F-2354-7559617502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2934" y="4577327"/>
            <a:ext cx="3678040" cy="1839020"/>
          </a:xfrm>
          <a:prstGeom prst="rect">
            <a:avLst/>
          </a:prstGeom>
        </p:spPr>
      </p:pic>
      <p:pic>
        <p:nvPicPr>
          <p:cNvPr id="8" name="Picture 7" descr="File:Gear-icon.png - Wikimedia Commons">
            <a:extLst>
              <a:ext uri="{FF2B5EF4-FFF2-40B4-BE49-F238E27FC236}">
                <a16:creationId xmlns:a16="http://schemas.microsoft.com/office/drawing/2014/main" id="{EBD05F70-2587-0D26-20A9-77A26905C9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8733215">
            <a:off x="-3100653" y="3757345"/>
            <a:ext cx="6201308" cy="6201308"/>
          </a:xfrm>
          <a:prstGeom prst="rect">
            <a:avLst/>
          </a:prstGeom>
        </p:spPr>
      </p:pic>
      <p:pic>
        <p:nvPicPr>
          <p:cNvPr id="10" name="Picture 9" descr="File:Gear-icon.png - Wikimedia Commons">
            <a:extLst>
              <a:ext uri="{FF2B5EF4-FFF2-40B4-BE49-F238E27FC236}">
                <a16:creationId xmlns:a16="http://schemas.microsoft.com/office/drawing/2014/main" id="{EE1CDAC3-EFFA-3BA8-ADBC-162B86A895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9898700">
            <a:off x="9187494" y="3853494"/>
            <a:ext cx="6009011" cy="6009011"/>
          </a:xfrm>
          <a:prstGeom prst="rect">
            <a:avLst/>
          </a:prstGeom>
        </p:spPr>
      </p:pic>
      <p:pic>
        <p:nvPicPr>
          <p:cNvPr id="12" name="Picture 11" descr="File:Gear-icon.png - Wikimedia Commons">
            <a:extLst>
              <a:ext uri="{FF2B5EF4-FFF2-40B4-BE49-F238E27FC236}">
                <a16:creationId xmlns:a16="http://schemas.microsoft.com/office/drawing/2014/main" id="{EFD42AD1-EEA2-1233-13B0-3166886BFE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105775">
            <a:off x="9214811" y="-2977189"/>
            <a:ext cx="5954376" cy="5954376"/>
          </a:xfrm>
          <a:prstGeom prst="rect">
            <a:avLst/>
          </a:prstGeom>
        </p:spPr>
      </p:pic>
      <p:pic>
        <p:nvPicPr>
          <p:cNvPr id="14" name="Picture 13" descr="File:Gear-icon.png - Wikimedia Commons">
            <a:extLst>
              <a:ext uri="{FF2B5EF4-FFF2-40B4-BE49-F238E27FC236}">
                <a16:creationId xmlns:a16="http://schemas.microsoft.com/office/drawing/2014/main" id="{09ED786D-DCA4-B7C6-163B-5B7E8B0D2C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9092181">
            <a:off x="-2850478" y="-2850479"/>
            <a:ext cx="5700956" cy="57009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779BAA3-84A7-1975-539A-F329CB670B6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839" y="1264919"/>
            <a:ext cx="8503921" cy="425196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4459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4BD60-58A8-F3A3-7BA7-49586EE2E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CD3435-06FC-3037-3953-42749B7046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50" y="198503"/>
            <a:ext cx="2670667" cy="20905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0441E4-3020-057F-8668-D0C8DECEE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93" y="2289045"/>
            <a:ext cx="5678332" cy="21361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61C4E8-37FD-A2CB-151A-9845260EE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944" y="2374940"/>
            <a:ext cx="2993320" cy="18361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9D3DB63-78AD-0FE5-95D5-9959E277F6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7379" y="198503"/>
            <a:ext cx="2921565" cy="2090542"/>
          </a:xfrm>
          <a:prstGeom prst="rect">
            <a:avLst/>
          </a:prstGeom>
        </p:spPr>
      </p:pic>
      <p:pic>
        <p:nvPicPr>
          <p:cNvPr id="22" name="Picture 21" descr="Association Rule Learning with Apriori Algorithm | by Muhammed Ali Şahin |  Medium">
            <a:extLst>
              <a:ext uri="{FF2B5EF4-FFF2-40B4-BE49-F238E27FC236}">
                <a16:creationId xmlns:a16="http://schemas.microsoft.com/office/drawing/2014/main" id="{1F186D4E-6615-8D14-1702-8C35E76E97D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060" t="13726" r="11318" b="12632"/>
          <a:stretch>
            <a:fillRect/>
          </a:stretch>
        </p:blipFill>
        <p:spPr>
          <a:xfrm>
            <a:off x="402570" y="4478217"/>
            <a:ext cx="2924809" cy="2136170"/>
          </a:xfrm>
          <a:prstGeom prst="rect">
            <a:avLst/>
          </a:prstGeom>
        </p:spPr>
      </p:pic>
      <p:pic>
        <p:nvPicPr>
          <p:cNvPr id="8" name="Picture 7" descr="File:Gear-icon.png - Wikimedia Commons">
            <a:extLst>
              <a:ext uri="{FF2B5EF4-FFF2-40B4-BE49-F238E27FC236}">
                <a16:creationId xmlns:a16="http://schemas.microsoft.com/office/drawing/2014/main" id="{34E8E5A2-F025-95FB-D605-F4F0F8D4CA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4938701">
            <a:off x="9843684" y="3360857"/>
            <a:ext cx="4719776" cy="4719776"/>
          </a:xfrm>
          <a:prstGeom prst="rect">
            <a:avLst/>
          </a:prstGeom>
        </p:spPr>
      </p:pic>
      <p:pic>
        <p:nvPicPr>
          <p:cNvPr id="10" name="Picture 9" descr="File:Gear-icon.png - Wikimedia Commons">
            <a:extLst>
              <a:ext uri="{FF2B5EF4-FFF2-40B4-BE49-F238E27FC236}">
                <a16:creationId xmlns:a16="http://schemas.microsoft.com/office/drawing/2014/main" id="{D514CBA7-F953-6AB5-01E9-E427DE8043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4429890">
            <a:off x="11399209" y="-329489"/>
            <a:ext cx="1585583" cy="1585583"/>
          </a:xfrm>
          <a:prstGeom prst="rect">
            <a:avLst/>
          </a:prstGeom>
        </p:spPr>
      </p:pic>
      <p:pic>
        <p:nvPicPr>
          <p:cNvPr id="12" name="Picture 11" descr="File:Gear-icon.png - Wikimedia Commons">
            <a:extLst>
              <a:ext uri="{FF2B5EF4-FFF2-40B4-BE49-F238E27FC236}">
                <a16:creationId xmlns:a16="http://schemas.microsoft.com/office/drawing/2014/main" id="{0DCBB017-E1F2-0C6A-6922-DB7BB3CEE9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5112006">
            <a:off x="10896029" y="475822"/>
            <a:ext cx="2591943" cy="2591943"/>
          </a:xfrm>
          <a:prstGeom prst="rect">
            <a:avLst/>
          </a:prstGeom>
        </p:spPr>
      </p:pic>
      <p:pic>
        <p:nvPicPr>
          <p:cNvPr id="14" name="Picture 13" descr="File:Gear-icon.png - Wikimedia Commons">
            <a:extLst>
              <a:ext uri="{FF2B5EF4-FFF2-40B4-BE49-F238E27FC236}">
                <a16:creationId xmlns:a16="http://schemas.microsoft.com/office/drawing/2014/main" id="{A92BD86C-C723-9482-D66D-6DF3B0664F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5902518">
            <a:off x="10672939" y="1882992"/>
            <a:ext cx="3149325" cy="31493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99478A-8D68-C769-9F9E-B81397F223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759" y="1294341"/>
            <a:ext cx="8503921" cy="425196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EB787B-9126-FB7A-0F20-8CFE83612C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72182" y="917075"/>
            <a:ext cx="7697954" cy="508115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53441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5F69C-C65B-70A0-0C04-9CB90F44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53B84E0-D458-A2E0-1D3D-7DF1AE011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03" y="1266352"/>
            <a:ext cx="7125389" cy="470322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E4CCBA-631E-2710-1A8E-4A6A929DD91D}"/>
              </a:ext>
            </a:extLst>
          </p:cNvPr>
          <p:cNvSpPr txBox="1"/>
          <p:nvPr/>
        </p:nvSpPr>
        <p:spPr>
          <a:xfrm>
            <a:off x="3188675" y="195146"/>
            <a:ext cx="5814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Reinforcement Learning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CCC768-BF8C-BF43-094B-12D3110B0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0532" y="251747"/>
            <a:ext cx="2670667" cy="2090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EA5E37-4142-4139-0841-40281839C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6775" y="2342289"/>
            <a:ext cx="5678332" cy="21361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3761AD-8146-5C3A-D5C4-9210F22AA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6426" y="2428184"/>
            <a:ext cx="2993320" cy="18361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5488D3-9097-7252-280B-F41B3BBE9B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54861" y="251747"/>
            <a:ext cx="2921565" cy="2090542"/>
          </a:xfrm>
          <a:prstGeom prst="rect">
            <a:avLst/>
          </a:prstGeom>
        </p:spPr>
      </p:pic>
      <p:pic>
        <p:nvPicPr>
          <p:cNvPr id="22" name="Picture 21" descr="Association Rule Learning with Apriori Algorithm | by Muhammed Ali Şahin |  Medium">
            <a:extLst>
              <a:ext uri="{FF2B5EF4-FFF2-40B4-BE49-F238E27FC236}">
                <a16:creationId xmlns:a16="http://schemas.microsoft.com/office/drawing/2014/main" id="{AABAAAEE-6E2D-F348-D478-9B8B1ACAF05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060" t="13726" r="11318" b="12632"/>
          <a:stretch>
            <a:fillRect/>
          </a:stretch>
        </p:blipFill>
        <p:spPr>
          <a:xfrm>
            <a:off x="14130052" y="4531461"/>
            <a:ext cx="2924809" cy="21361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444640-2C14-B569-0CDE-7DD89D66A7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547779" y="616461"/>
            <a:ext cx="10326882" cy="5353118"/>
          </a:xfrm>
          <a:prstGeom prst="rect">
            <a:avLst/>
          </a:prstGeom>
        </p:spPr>
      </p:pic>
      <p:pic>
        <p:nvPicPr>
          <p:cNvPr id="8" name="Picture 7" descr="File:Gear-icon.png - Wikimedia Commons">
            <a:extLst>
              <a:ext uri="{FF2B5EF4-FFF2-40B4-BE49-F238E27FC236}">
                <a16:creationId xmlns:a16="http://schemas.microsoft.com/office/drawing/2014/main" id="{F7612347-137B-BED3-51FC-510E48655B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8733215">
            <a:off x="-3100653" y="3757345"/>
            <a:ext cx="6201308" cy="6201308"/>
          </a:xfrm>
          <a:prstGeom prst="rect">
            <a:avLst/>
          </a:prstGeom>
        </p:spPr>
      </p:pic>
      <p:pic>
        <p:nvPicPr>
          <p:cNvPr id="10" name="Picture 9" descr="File:Gear-icon.png - Wikimedia Commons">
            <a:extLst>
              <a:ext uri="{FF2B5EF4-FFF2-40B4-BE49-F238E27FC236}">
                <a16:creationId xmlns:a16="http://schemas.microsoft.com/office/drawing/2014/main" id="{1D5CEAA0-D8FB-106B-5E87-6150611733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9898700">
            <a:off x="9187494" y="3853494"/>
            <a:ext cx="6009011" cy="6009011"/>
          </a:xfrm>
          <a:prstGeom prst="rect">
            <a:avLst/>
          </a:prstGeom>
        </p:spPr>
      </p:pic>
      <p:pic>
        <p:nvPicPr>
          <p:cNvPr id="12" name="Picture 11" descr="File:Gear-icon.png - Wikimedia Commons">
            <a:extLst>
              <a:ext uri="{FF2B5EF4-FFF2-40B4-BE49-F238E27FC236}">
                <a16:creationId xmlns:a16="http://schemas.microsoft.com/office/drawing/2014/main" id="{94D24DDF-CFF4-45EB-080A-D54386970E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105775">
            <a:off x="9214811" y="-2977189"/>
            <a:ext cx="5954376" cy="5954376"/>
          </a:xfrm>
          <a:prstGeom prst="rect">
            <a:avLst/>
          </a:prstGeom>
        </p:spPr>
      </p:pic>
      <p:pic>
        <p:nvPicPr>
          <p:cNvPr id="14" name="Picture 13" descr="File:Gear-icon.png - Wikimedia Commons">
            <a:extLst>
              <a:ext uri="{FF2B5EF4-FFF2-40B4-BE49-F238E27FC236}">
                <a16:creationId xmlns:a16="http://schemas.microsoft.com/office/drawing/2014/main" id="{A870A5A8-45EF-6DFC-DC04-ACCFF1D6E9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9092181">
            <a:off x="-2850478" y="-2850479"/>
            <a:ext cx="5700956" cy="570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97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C27A7-73AE-A93F-2B75-729CE971C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2100902-9365-A157-BCCB-EA6ADC765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1492" y="788247"/>
            <a:ext cx="7125389" cy="470322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EDDB57-58A5-795A-2D75-02425A109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47" y="463302"/>
            <a:ext cx="10326882" cy="5353118"/>
          </a:xfrm>
          <a:prstGeom prst="rect">
            <a:avLst/>
          </a:prstGeom>
        </p:spPr>
      </p:pic>
      <p:pic>
        <p:nvPicPr>
          <p:cNvPr id="8" name="Picture 7" descr="File:Gear-icon.png - Wikimedia Commons">
            <a:extLst>
              <a:ext uri="{FF2B5EF4-FFF2-40B4-BE49-F238E27FC236}">
                <a16:creationId xmlns:a16="http://schemas.microsoft.com/office/drawing/2014/main" id="{BACAF764-C00B-A627-0EED-784E8419D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938701">
            <a:off x="9843684" y="3360857"/>
            <a:ext cx="4719776" cy="4719776"/>
          </a:xfrm>
          <a:prstGeom prst="rect">
            <a:avLst/>
          </a:prstGeom>
        </p:spPr>
      </p:pic>
      <p:pic>
        <p:nvPicPr>
          <p:cNvPr id="10" name="Picture 9" descr="File:Gear-icon.png - Wikimedia Commons">
            <a:extLst>
              <a:ext uri="{FF2B5EF4-FFF2-40B4-BE49-F238E27FC236}">
                <a16:creationId xmlns:a16="http://schemas.microsoft.com/office/drawing/2014/main" id="{2D51498A-7F6F-D4E3-F699-AD4860F37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429890">
            <a:off x="11399209" y="-329489"/>
            <a:ext cx="1585583" cy="1585583"/>
          </a:xfrm>
          <a:prstGeom prst="rect">
            <a:avLst/>
          </a:prstGeom>
        </p:spPr>
      </p:pic>
      <p:pic>
        <p:nvPicPr>
          <p:cNvPr id="12" name="Picture 11" descr="File:Gear-icon.png - Wikimedia Commons">
            <a:extLst>
              <a:ext uri="{FF2B5EF4-FFF2-40B4-BE49-F238E27FC236}">
                <a16:creationId xmlns:a16="http://schemas.microsoft.com/office/drawing/2014/main" id="{B5B05558-4FF7-BC0D-F27B-ACA7C5B1E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112006">
            <a:off x="10896029" y="475822"/>
            <a:ext cx="2591943" cy="2591943"/>
          </a:xfrm>
          <a:prstGeom prst="rect">
            <a:avLst/>
          </a:prstGeom>
        </p:spPr>
      </p:pic>
      <p:pic>
        <p:nvPicPr>
          <p:cNvPr id="14" name="Picture 13" descr="File:Gear-icon.png - Wikimedia Commons">
            <a:extLst>
              <a:ext uri="{FF2B5EF4-FFF2-40B4-BE49-F238E27FC236}">
                <a16:creationId xmlns:a16="http://schemas.microsoft.com/office/drawing/2014/main" id="{C4E22E3C-DED5-0F62-12D1-4814FDE66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902518">
            <a:off x="10672939" y="1882992"/>
            <a:ext cx="3149325" cy="31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949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EDEB-6E26-D21B-DA2D-FC45D225E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E3240C0-F370-9902-BCF7-8851C8B75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8487" y="463302"/>
            <a:ext cx="10326882" cy="5353118"/>
          </a:xfrm>
          <a:prstGeom prst="rect">
            <a:avLst/>
          </a:prstGeom>
        </p:spPr>
      </p:pic>
      <p:pic>
        <p:nvPicPr>
          <p:cNvPr id="10" name="Picture 9" descr="File:Gear-icon.png - Wikimedia Commons">
            <a:extLst>
              <a:ext uri="{FF2B5EF4-FFF2-40B4-BE49-F238E27FC236}">
                <a16:creationId xmlns:a16="http://schemas.microsoft.com/office/drawing/2014/main" id="{1694A9B7-CD13-A880-AC6C-D9DC26186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03687">
            <a:off x="4872820" y="2613950"/>
            <a:ext cx="1585583" cy="1585583"/>
          </a:xfrm>
          <a:prstGeom prst="rect">
            <a:avLst/>
          </a:prstGeom>
        </p:spPr>
      </p:pic>
      <p:pic>
        <p:nvPicPr>
          <p:cNvPr id="12" name="Picture 11" descr="File:Gear-icon.png - Wikimedia Commons">
            <a:extLst>
              <a:ext uri="{FF2B5EF4-FFF2-40B4-BE49-F238E27FC236}">
                <a16:creationId xmlns:a16="http://schemas.microsoft.com/office/drawing/2014/main" id="{53CEBD9D-E0FA-AC0E-A98B-0A3A093D1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61856">
            <a:off x="4369641" y="2110771"/>
            <a:ext cx="2591943" cy="2591943"/>
          </a:xfrm>
          <a:prstGeom prst="rect">
            <a:avLst/>
          </a:prstGeom>
        </p:spPr>
      </p:pic>
      <p:pic>
        <p:nvPicPr>
          <p:cNvPr id="14" name="Picture 13" descr="File:Gear-icon.png - Wikimedia Commons">
            <a:extLst>
              <a:ext uri="{FF2B5EF4-FFF2-40B4-BE49-F238E27FC236}">
                <a16:creationId xmlns:a16="http://schemas.microsoft.com/office/drawing/2014/main" id="{5D78DC3D-792F-D8A7-BDBF-610879535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55755">
            <a:off x="4090948" y="1832078"/>
            <a:ext cx="3149325" cy="3149325"/>
          </a:xfrm>
          <a:prstGeom prst="rect">
            <a:avLst/>
          </a:prstGeom>
        </p:spPr>
      </p:pic>
      <p:pic>
        <p:nvPicPr>
          <p:cNvPr id="8" name="Picture 7" descr="File:Gear-icon.png - Wikimedia Commons">
            <a:extLst>
              <a:ext uri="{FF2B5EF4-FFF2-40B4-BE49-F238E27FC236}">
                <a16:creationId xmlns:a16="http://schemas.microsoft.com/office/drawing/2014/main" id="{6D247714-DE4C-561C-2149-C3436D9C2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62390">
            <a:off x="3305725" y="1046856"/>
            <a:ext cx="4719776" cy="4719776"/>
          </a:xfrm>
          <a:prstGeom prst="rect">
            <a:avLst/>
          </a:prstGeom>
        </p:spPr>
      </p:pic>
      <p:pic>
        <p:nvPicPr>
          <p:cNvPr id="19" name="Picture 18" descr="File:Gear-icon.png - Wikimedia Commons">
            <a:extLst>
              <a:ext uri="{FF2B5EF4-FFF2-40B4-BE49-F238E27FC236}">
                <a16:creationId xmlns:a16="http://schemas.microsoft.com/office/drawing/2014/main" id="{992520B3-BE95-B62C-D3F7-6FF031125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03687">
            <a:off x="4872821" y="2613948"/>
            <a:ext cx="1585583" cy="1585583"/>
          </a:xfrm>
          <a:prstGeom prst="rect">
            <a:avLst/>
          </a:prstGeom>
        </p:spPr>
      </p:pic>
      <p:pic>
        <p:nvPicPr>
          <p:cNvPr id="23" name="Picture 22" descr="File:Gear-icon.png - Wikimedia Commons">
            <a:extLst>
              <a:ext uri="{FF2B5EF4-FFF2-40B4-BE49-F238E27FC236}">
                <a16:creationId xmlns:a16="http://schemas.microsoft.com/office/drawing/2014/main" id="{F3EB824C-2FE3-9570-DF8B-5F0E8DA9B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03687">
            <a:off x="4872816" y="2613949"/>
            <a:ext cx="1585583" cy="1585583"/>
          </a:xfrm>
          <a:prstGeom prst="rect">
            <a:avLst/>
          </a:prstGeom>
        </p:spPr>
      </p:pic>
      <p:pic>
        <p:nvPicPr>
          <p:cNvPr id="25" name="Picture 24" descr="File:Gear-icon.png - Wikimedia Commons">
            <a:extLst>
              <a:ext uri="{FF2B5EF4-FFF2-40B4-BE49-F238E27FC236}">
                <a16:creationId xmlns:a16="http://schemas.microsoft.com/office/drawing/2014/main" id="{506714BF-5C54-700B-3BD6-C1756F9DC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03687">
            <a:off x="4872817" y="2613945"/>
            <a:ext cx="1585583" cy="1585583"/>
          </a:xfrm>
          <a:prstGeom prst="rect">
            <a:avLst/>
          </a:prstGeom>
        </p:spPr>
      </p:pic>
      <p:pic>
        <p:nvPicPr>
          <p:cNvPr id="27" name="Picture 26" descr="File:Gear-icon.png - Wikimedia Commons">
            <a:extLst>
              <a:ext uri="{FF2B5EF4-FFF2-40B4-BE49-F238E27FC236}">
                <a16:creationId xmlns:a16="http://schemas.microsoft.com/office/drawing/2014/main" id="{F0CD843E-0AD6-C407-7E37-E6472C639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03687">
            <a:off x="4872818" y="2613947"/>
            <a:ext cx="1585583" cy="158558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A28B9BF-DA10-9F96-2F00-76760A84C4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71777" y1="23291" x2="67725" y2="25146"/>
                        <a14:foregroundMark x1="72998" y1="17871" x2="72803" y2="22266"/>
                        <a14:foregroundMark x1="66064" y1="29883" x2="51855" y2="40137"/>
                        <a14:foregroundMark x1="52197" y1="23096" x2="50879" y2="36963"/>
                        <a14:foregroundMark x1="50879" y1="36963" x2="50879" y2="36963"/>
                        <a14:foregroundMark x1="44971" y1="18359" x2="49023" y2="32471"/>
                        <a14:foregroundMark x1="49023" y1="32471" x2="56494" y2="27344"/>
                        <a14:foregroundMark x1="56494" y1="27344" x2="45410" y2="23096"/>
                        <a14:foregroundMark x1="45410" y1="23096" x2="49463" y2="17383"/>
                        <a14:foregroundMark x1="49463" y1="17383" x2="52051" y2="24609"/>
                        <a14:foregroundMark x1="33496" y1="30518" x2="28809" y2="21387"/>
                        <a14:foregroundMark x1="28809" y1="21387" x2="29785" y2="26318"/>
                        <a14:foregroundMark x1="25879" y1="21240" x2="24561" y2="24121"/>
                        <a14:foregroundMark x1="41260" y1="80664" x2="46631" y2="71191"/>
                        <a14:foregroundMark x1="53564" y1="79639" x2="60205" y2="83887"/>
                        <a14:foregroundMark x1="60205" y1="83887" x2="56250" y2="821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599" y="9572409"/>
            <a:ext cx="5037930" cy="503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97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C28E2-9A4E-78F7-7B06-256A24BB5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File:Gear-icon.png - Wikimedia Commons">
            <a:extLst>
              <a:ext uri="{FF2B5EF4-FFF2-40B4-BE49-F238E27FC236}">
                <a16:creationId xmlns:a16="http://schemas.microsoft.com/office/drawing/2014/main" id="{0D9E58CB-7825-0D4C-7B77-BC5A75074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741441">
            <a:off x="7108731" y="-54135"/>
            <a:ext cx="2459149" cy="2459149"/>
          </a:xfrm>
          <a:prstGeom prst="rect">
            <a:avLst/>
          </a:prstGeom>
        </p:spPr>
      </p:pic>
      <p:pic>
        <p:nvPicPr>
          <p:cNvPr id="12" name="Picture 11" descr="File:Gear-icon.png - Wikimedia Commons">
            <a:extLst>
              <a:ext uri="{FF2B5EF4-FFF2-40B4-BE49-F238E27FC236}">
                <a16:creationId xmlns:a16="http://schemas.microsoft.com/office/drawing/2014/main" id="{680A72E9-C3AD-09A9-9F71-A04883BF5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448861">
            <a:off x="3113174" y="93160"/>
            <a:ext cx="2164561" cy="2164561"/>
          </a:xfrm>
          <a:prstGeom prst="rect">
            <a:avLst/>
          </a:prstGeom>
        </p:spPr>
      </p:pic>
      <p:pic>
        <p:nvPicPr>
          <p:cNvPr id="14" name="Picture 13" descr="File:Gear-icon.png - Wikimedia Commons">
            <a:extLst>
              <a:ext uri="{FF2B5EF4-FFF2-40B4-BE49-F238E27FC236}">
                <a16:creationId xmlns:a16="http://schemas.microsoft.com/office/drawing/2014/main" id="{6DFEA19A-AEEA-34EB-B656-772E6FE09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498167">
            <a:off x="11255776" y="-936225"/>
            <a:ext cx="1872448" cy="1872448"/>
          </a:xfrm>
          <a:prstGeom prst="rect">
            <a:avLst/>
          </a:prstGeom>
        </p:spPr>
      </p:pic>
      <p:pic>
        <p:nvPicPr>
          <p:cNvPr id="8" name="Picture 7" descr="File:Gear-icon.png - Wikimedia Commons">
            <a:extLst>
              <a:ext uri="{FF2B5EF4-FFF2-40B4-BE49-F238E27FC236}">
                <a16:creationId xmlns:a16="http://schemas.microsoft.com/office/drawing/2014/main" id="{660E4D7C-7CB9-8FD8-08A5-5A6F92BFE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320431">
            <a:off x="11353152" y="5974514"/>
            <a:ext cx="1677696" cy="1677696"/>
          </a:xfrm>
          <a:prstGeom prst="rect">
            <a:avLst/>
          </a:prstGeom>
        </p:spPr>
      </p:pic>
      <p:pic>
        <p:nvPicPr>
          <p:cNvPr id="19" name="Picture 18" descr="File:Gear-icon.png - Wikimedia Commons">
            <a:extLst>
              <a:ext uri="{FF2B5EF4-FFF2-40B4-BE49-F238E27FC236}">
                <a16:creationId xmlns:a16="http://schemas.microsoft.com/office/drawing/2014/main" id="{269E1EC5-61DD-B3D6-48B0-379D9F215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184791">
            <a:off x="8454900" y="3310005"/>
            <a:ext cx="2645833" cy="2645833"/>
          </a:xfrm>
          <a:prstGeom prst="rect">
            <a:avLst/>
          </a:prstGeom>
        </p:spPr>
      </p:pic>
      <p:pic>
        <p:nvPicPr>
          <p:cNvPr id="23" name="Picture 22" descr="File:Gear-icon.png - Wikimedia Commons">
            <a:extLst>
              <a:ext uri="{FF2B5EF4-FFF2-40B4-BE49-F238E27FC236}">
                <a16:creationId xmlns:a16="http://schemas.microsoft.com/office/drawing/2014/main" id="{2B8C98C2-DD98-24B9-6982-0E4854AC6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210406">
            <a:off x="1281408" y="3310534"/>
            <a:ext cx="2644776" cy="2644776"/>
          </a:xfrm>
          <a:prstGeom prst="rect">
            <a:avLst/>
          </a:prstGeom>
        </p:spPr>
      </p:pic>
      <p:pic>
        <p:nvPicPr>
          <p:cNvPr id="25" name="Picture 24" descr="File:Gear-icon.png - Wikimedia Commons">
            <a:extLst>
              <a:ext uri="{FF2B5EF4-FFF2-40B4-BE49-F238E27FC236}">
                <a16:creationId xmlns:a16="http://schemas.microsoft.com/office/drawing/2014/main" id="{2AA021DA-AF4F-C757-2D7A-F287E26CD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632929">
            <a:off x="-792791" y="-792790"/>
            <a:ext cx="1585583" cy="1585583"/>
          </a:xfrm>
          <a:prstGeom prst="rect">
            <a:avLst/>
          </a:prstGeom>
        </p:spPr>
      </p:pic>
      <p:pic>
        <p:nvPicPr>
          <p:cNvPr id="27" name="Picture 26" descr="File:Gear-icon.png - Wikimedia Commons">
            <a:extLst>
              <a:ext uri="{FF2B5EF4-FFF2-40B4-BE49-F238E27FC236}">
                <a16:creationId xmlns:a16="http://schemas.microsoft.com/office/drawing/2014/main" id="{97C5AB7A-55F0-C849-A060-1C4A0D511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890323">
            <a:off x="-803576" y="5984185"/>
            <a:ext cx="1658355" cy="16583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E11E08-A345-480E-5712-157B6E682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71777" y1="23291" x2="67725" y2="25146"/>
                        <a14:foregroundMark x1="72998" y1="17871" x2="72803" y2="22266"/>
                        <a14:foregroundMark x1="66064" y1="29883" x2="51855" y2="40137"/>
                        <a14:foregroundMark x1="52197" y1="23096" x2="50879" y2="36963"/>
                        <a14:foregroundMark x1="50879" y1="36963" x2="50879" y2="36963"/>
                        <a14:foregroundMark x1="44971" y1="18359" x2="49023" y2="32471"/>
                        <a14:foregroundMark x1="49023" y1="32471" x2="56494" y2="27344"/>
                        <a14:foregroundMark x1="56494" y1="27344" x2="45410" y2="23096"/>
                        <a14:foregroundMark x1="45410" y1="23096" x2="49463" y2="17383"/>
                        <a14:foregroundMark x1="49463" y1="17383" x2="52051" y2="24609"/>
                        <a14:foregroundMark x1="33496" y1="30518" x2="28809" y2="21387"/>
                        <a14:foregroundMark x1="28809" y1="21387" x2="29785" y2="26318"/>
                        <a14:foregroundMark x1="25879" y1="21240" x2="24561" y2="24121"/>
                        <a14:foregroundMark x1="41260" y1="80664" x2="46631" y2="71191"/>
                        <a14:foregroundMark x1="53564" y1="79639" x2="60205" y2="83887"/>
                        <a14:foregroundMark x1="60205" y1="83887" x2="56250" y2="821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1" y="-114096"/>
            <a:ext cx="12542462" cy="1254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71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21</Words>
  <Application>Microsoft Office PowerPoint</Application>
  <PresentationFormat>Widescreen</PresentationFormat>
  <Paragraphs>11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Traditional ML Algorithms</vt:lpstr>
      <vt:lpstr>Traditional ML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deer man</dc:creator>
  <cp:lastModifiedBy>deer man</cp:lastModifiedBy>
  <cp:revision>1</cp:revision>
  <dcterms:created xsi:type="dcterms:W3CDTF">2026-10-19T08:15:25Z</dcterms:created>
  <dcterms:modified xsi:type="dcterms:W3CDTF">2026-10-19T18:40:56Z</dcterms:modified>
</cp:coreProperties>
</file>